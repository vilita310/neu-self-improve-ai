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BDEA01-B954-4EAD-9136-0D3CBA7F7B7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5D54F6-182F-4697-AEB6-8B1AA8DC279B}">
      <dgm:prSet/>
      <dgm:spPr/>
      <dgm:t>
        <a:bodyPr/>
        <a:lstStyle/>
        <a:p>
          <a:r>
            <a:rPr lang="en-US"/>
            <a:t>Jing Cao</a:t>
          </a:r>
        </a:p>
      </dgm:t>
    </dgm:pt>
    <dgm:pt modelId="{5B383C50-0F73-4135-8685-5282C04A7144}" type="parTrans" cxnId="{ADC46D35-5E37-40CF-B80E-71505372B2FB}">
      <dgm:prSet/>
      <dgm:spPr/>
      <dgm:t>
        <a:bodyPr/>
        <a:lstStyle/>
        <a:p>
          <a:endParaRPr lang="en-US"/>
        </a:p>
      </dgm:t>
    </dgm:pt>
    <dgm:pt modelId="{43129217-68B2-4CC9-8DA1-585CD3D1D9D6}" type="sibTrans" cxnId="{ADC46D35-5E37-40CF-B80E-71505372B2FB}">
      <dgm:prSet/>
      <dgm:spPr/>
      <dgm:t>
        <a:bodyPr/>
        <a:lstStyle/>
        <a:p>
          <a:endParaRPr lang="en-US"/>
        </a:p>
      </dgm:t>
    </dgm:pt>
    <dgm:pt modelId="{9FA20080-CD85-4975-BFB1-FA7D797EC882}">
      <dgm:prSet/>
      <dgm:spPr/>
      <dgm:t>
        <a:bodyPr/>
        <a:lstStyle/>
        <a:p>
          <a:r>
            <a:rPr lang="en-US"/>
            <a:t>Dhanashree Atul Nerkar</a:t>
          </a:r>
        </a:p>
      </dgm:t>
    </dgm:pt>
    <dgm:pt modelId="{C4361424-EFCD-4BF0-A0DF-43CC4E901255}" type="parTrans" cxnId="{88134FF8-6381-4845-872F-84B174A419CE}">
      <dgm:prSet/>
      <dgm:spPr/>
      <dgm:t>
        <a:bodyPr/>
        <a:lstStyle/>
        <a:p>
          <a:endParaRPr lang="en-US"/>
        </a:p>
      </dgm:t>
    </dgm:pt>
    <dgm:pt modelId="{01058A19-C10C-429F-91BC-63C033686A91}" type="sibTrans" cxnId="{88134FF8-6381-4845-872F-84B174A419CE}">
      <dgm:prSet/>
      <dgm:spPr/>
      <dgm:t>
        <a:bodyPr/>
        <a:lstStyle/>
        <a:p>
          <a:endParaRPr lang="en-US"/>
        </a:p>
      </dgm:t>
    </dgm:pt>
    <dgm:pt modelId="{396A1736-15AE-446B-9E71-B03C06E4C01F}">
      <dgm:prSet/>
      <dgm:spPr/>
      <dgm:t>
        <a:bodyPr/>
        <a:lstStyle/>
        <a:p>
          <a:r>
            <a:rPr lang="en-US"/>
            <a:t>Nai-Cih Syu</a:t>
          </a:r>
        </a:p>
      </dgm:t>
    </dgm:pt>
    <dgm:pt modelId="{BC56643D-7924-48A4-8D12-D34C8A801E21}" type="parTrans" cxnId="{24BF437E-E615-4991-9976-CF680F01EF38}">
      <dgm:prSet/>
      <dgm:spPr/>
      <dgm:t>
        <a:bodyPr/>
        <a:lstStyle/>
        <a:p>
          <a:endParaRPr lang="en-US"/>
        </a:p>
      </dgm:t>
    </dgm:pt>
    <dgm:pt modelId="{0F33B95A-67FA-4AF1-ADF9-077919B210C6}" type="sibTrans" cxnId="{24BF437E-E615-4991-9976-CF680F01EF38}">
      <dgm:prSet/>
      <dgm:spPr/>
      <dgm:t>
        <a:bodyPr/>
        <a:lstStyle/>
        <a:p>
          <a:endParaRPr lang="en-US"/>
        </a:p>
      </dgm:t>
    </dgm:pt>
    <dgm:pt modelId="{D8DF2422-CCF0-4A8D-AF01-F5A739CD4740}">
      <dgm:prSet/>
      <dgm:spPr/>
      <dgm:t>
        <a:bodyPr/>
        <a:lstStyle/>
        <a:p>
          <a:r>
            <a:rPr lang="en-US"/>
            <a:t>Lakshminarayanan Ravi</a:t>
          </a:r>
        </a:p>
      </dgm:t>
    </dgm:pt>
    <dgm:pt modelId="{AAB7652F-DB35-4739-B6BD-479E4360DEE3}" type="parTrans" cxnId="{517C136C-93BE-408F-8762-D3DBD4957877}">
      <dgm:prSet/>
      <dgm:spPr/>
      <dgm:t>
        <a:bodyPr/>
        <a:lstStyle/>
        <a:p>
          <a:endParaRPr lang="en-US"/>
        </a:p>
      </dgm:t>
    </dgm:pt>
    <dgm:pt modelId="{AEF5298F-2252-4D47-922D-996F40AD3AC6}" type="sibTrans" cxnId="{517C136C-93BE-408F-8762-D3DBD4957877}">
      <dgm:prSet/>
      <dgm:spPr/>
      <dgm:t>
        <a:bodyPr/>
        <a:lstStyle/>
        <a:p>
          <a:endParaRPr lang="en-US"/>
        </a:p>
      </dgm:t>
    </dgm:pt>
    <dgm:pt modelId="{9B460E30-E47A-DE46-BE78-84BC90198F3F}" type="pres">
      <dgm:prSet presAssocID="{92BDEA01-B954-4EAD-9136-0D3CBA7F7B7E}" presName="vert0" presStyleCnt="0">
        <dgm:presLayoutVars>
          <dgm:dir/>
          <dgm:animOne val="branch"/>
          <dgm:animLvl val="lvl"/>
        </dgm:presLayoutVars>
      </dgm:prSet>
      <dgm:spPr/>
    </dgm:pt>
    <dgm:pt modelId="{B95C5105-70DF-2245-AE4A-C3716D9344B4}" type="pres">
      <dgm:prSet presAssocID="{885D54F6-182F-4697-AEB6-8B1AA8DC279B}" presName="thickLine" presStyleLbl="alignNode1" presStyleIdx="0" presStyleCnt="4"/>
      <dgm:spPr/>
    </dgm:pt>
    <dgm:pt modelId="{2024D6D5-1E20-7E40-AC46-0939FCC49BCE}" type="pres">
      <dgm:prSet presAssocID="{885D54F6-182F-4697-AEB6-8B1AA8DC279B}" presName="horz1" presStyleCnt="0"/>
      <dgm:spPr/>
    </dgm:pt>
    <dgm:pt modelId="{B60C4456-EFE8-3142-815F-604888F3B0C8}" type="pres">
      <dgm:prSet presAssocID="{885D54F6-182F-4697-AEB6-8B1AA8DC279B}" presName="tx1" presStyleLbl="revTx" presStyleIdx="0" presStyleCnt="4"/>
      <dgm:spPr/>
    </dgm:pt>
    <dgm:pt modelId="{5D54FAF2-2CB3-8042-BE3B-F3E2CE304BFB}" type="pres">
      <dgm:prSet presAssocID="{885D54F6-182F-4697-AEB6-8B1AA8DC279B}" presName="vert1" presStyleCnt="0"/>
      <dgm:spPr/>
    </dgm:pt>
    <dgm:pt modelId="{E0BC6529-DA5A-0D47-A455-F0D17BCD6E8D}" type="pres">
      <dgm:prSet presAssocID="{9FA20080-CD85-4975-BFB1-FA7D797EC882}" presName="thickLine" presStyleLbl="alignNode1" presStyleIdx="1" presStyleCnt="4"/>
      <dgm:spPr/>
    </dgm:pt>
    <dgm:pt modelId="{6915BBC2-E271-8441-8C13-073FFB173C9F}" type="pres">
      <dgm:prSet presAssocID="{9FA20080-CD85-4975-BFB1-FA7D797EC882}" presName="horz1" presStyleCnt="0"/>
      <dgm:spPr/>
    </dgm:pt>
    <dgm:pt modelId="{5A0C009F-FDAF-0546-A1AD-89C1454FE83B}" type="pres">
      <dgm:prSet presAssocID="{9FA20080-CD85-4975-BFB1-FA7D797EC882}" presName="tx1" presStyleLbl="revTx" presStyleIdx="1" presStyleCnt="4"/>
      <dgm:spPr/>
    </dgm:pt>
    <dgm:pt modelId="{529DC5F8-54D5-3A42-A2AB-039897D77E27}" type="pres">
      <dgm:prSet presAssocID="{9FA20080-CD85-4975-BFB1-FA7D797EC882}" presName="vert1" presStyleCnt="0"/>
      <dgm:spPr/>
    </dgm:pt>
    <dgm:pt modelId="{652F4AD5-18AF-D94E-BD53-E4E850F8D73D}" type="pres">
      <dgm:prSet presAssocID="{396A1736-15AE-446B-9E71-B03C06E4C01F}" presName="thickLine" presStyleLbl="alignNode1" presStyleIdx="2" presStyleCnt="4"/>
      <dgm:spPr/>
    </dgm:pt>
    <dgm:pt modelId="{150860BA-F78D-5D47-8B6A-2246971E97B5}" type="pres">
      <dgm:prSet presAssocID="{396A1736-15AE-446B-9E71-B03C06E4C01F}" presName="horz1" presStyleCnt="0"/>
      <dgm:spPr/>
    </dgm:pt>
    <dgm:pt modelId="{3A982083-823F-1A42-BA35-B0694C9C239D}" type="pres">
      <dgm:prSet presAssocID="{396A1736-15AE-446B-9E71-B03C06E4C01F}" presName="tx1" presStyleLbl="revTx" presStyleIdx="2" presStyleCnt="4"/>
      <dgm:spPr/>
    </dgm:pt>
    <dgm:pt modelId="{C404AFFF-13F7-AF4E-8CA4-7F64A692D28F}" type="pres">
      <dgm:prSet presAssocID="{396A1736-15AE-446B-9E71-B03C06E4C01F}" presName="vert1" presStyleCnt="0"/>
      <dgm:spPr/>
    </dgm:pt>
    <dgm:pt modelId="{93F91804-DD94-8F40-9EED-683BABE4D2DD}" type="pres">
      <dgm:prSet presAssocID="{D8DF2422-CCF0-4A8D-AF01-F5A739CD4740}" presName="thickLine" presStyleLbl="alignNode1" presStyleIdx="3" presStyleCnt="4"/>
      <dgm:spPr/>
    </dgm:pt>
    <dgm:pt modelId="{EDC209B7-BF1F-374E-9726-198FF9E9ACD1}" type="pres">
      <dgm:prSet presAssocID="{D8DF2422-CCF0-4A8D-AF01-F5A739CD4740}" presName="horz1" presStyleCnt="0"/>
      <dgm:spPr/>
    </dgm:pt>
    <dgm:pt modelId="{9B1F9540-2DBE-8041-9E4C-6507B354F061}" type="pres">
      <dgm:prSet presAssocID="{D8DF2422-CCF0-4A8D-AF01-F5A739CD4740}" presName="tx1" presStyleLbl="revTx" presStyleIdx="3" presStyleCnt="4"/>
      <dgm:spPr/>
    </dgm:pt>
    <dgm:pt modelId="{C8A4B7A5-B232-0A49-8FEB-6DA5B71548B5}" type="pres">
      <dgm:prSet presAssocID="{D8DF2422-CCF0-4A8D-AF01-F5A739CD4740}" presName="vert1" presStyleCnt="0"/>
      <dgm:spPr/>
    </dgm:pt>
  </dgm:ptLst>
  <dgm:cxnLst>
    <dgm:cxn modelId="{64BC7911-DF21-6545-B97C-A5CEB54BDEC6}" type="presOf" srcId="{9FA20080-CD85-4975-BFB1-FA7D797EC882}" destId="{5A0C009F-FDAF-0546-A1AD-89C1454FE83B}" srcOrd="0" destOrd="0" presId="urn:microsoft.com/office/officeart/2008/layout/LinedList"/>
    <dgm:cxn modelId="{A18DFA1F-6CA3-8540-8CA3-DFBB1FC497D8}" type="presOf" srcId="{D8DF2422-CCF0-4A8D-AF01-F5A739CD4740}" destId="{9B1F9540-2DBE-8041-9E4C-6507B354F061}" srcOrd="0" destOrd="0" presId="urn:microsoft.com/office/officeart/2008/layout/LinedList"/>
    <dgm:cxn modelId="{2DE84620-3FD3-5E4B-90F2-467CA479D845}" type="presOf" srcId="{92BDEA01-B954-4EAD-9136-0D3CBA7F7B7E}" destId="{9B460E30-E47A-DE46-BE78-84BC90198F3F}" srcOrd="0" destOrd="0" presId="urn:microsoft.com/office/officeart/2008/layout/LinedList"/>
    <dgm:cxn modelId="{ADC46D35-5E37-40CF-B80E-71505372B2FB}" srcId="{92BDEA01-B954-4EAD-9136-0D3CBA7F7B7E}" destId="{885D54F6-182F-4697-AEB6-8B1AA8DC279B}" srcOrd="0" destOrd="0" parTransId="{5B383C50-0F73-4135-8685-5282C04A7144}" sibTransId="{43129217-68B2-4CC9-8DA1-585CD3D1D9D6}"/>
    <dgm:cxn modelId="{63FBB865-5CB2-604C-A6E8-341D4460861F}" type="presOf" srcId="{885D54F6-182F-4697-AEB6-8B1AA8DC279B}" destId="{B60C4456-EFE8-3142-815F-604888F3B0C8}" srcOrd="0" destOrd="0" presId="urn:microsoft.com/office/officeart/2008/layout/LinedList"/>
    <dgm:cxn modelId="{517C136C-93BE-408F-8762-D3DBD4957877}" srcId="{92BDEA01-B954-4EAD-9136-0D3CBA7F7B7E}" destId="{D8DF2422-CCF0-4A8D-AF01-F5A739CD4740}" srcOrd="3" destOrd="0" parTransId="{AAB7652F-DB35-4739-B6BD-479E4360DEE3}" sibTransId="{AEF5298F-2252-4D47-922D-996F40AD3AC6}"/>
    <dgm:cxn modelId="{24BF437E-E615-4991-9976-CF680F01EF38}" srcId="{92BDEA01-B954-4EAD-9136-0D3CBA7F7B7E}" destId="{396A1736-15AE-446B-9E71-B03C06E4C01F}" srcOrd="2" destOrd="0" parTransId="{BC56643D-7924-48A4-8D12-D34C8A801E21}" sibTransId="{0F33B95A-67FA-4AF1-ADF9-077919B210C6}"/>
    <dgm:cxn modelId="{C563B2A5-741A-9443-A5F9-016096FA31F4}" type="presOf" srcId="{396A1736-15AE-446B-9E71-B03C06E4C01F}" destId="{3A982083-823F-1A42-BA35-B0694C9C239D}" srcOrd="0" destOrd="0" presId="urn:microsoft.com/office/officeart/2008/layout/LinedList"/>
    <dgm:cxn modelId="{88134FF8-6381-4845-872F-84B174A419CE}" srcId="{92BDEA01-B954-4EAD-9136-0D3CBA7F7B7E}" destId="{9FA20080-CD85-4975-BFB1-FA7D797EC882}" srcOrd="1" destOrd="0" parTransId="{C4361424-EFCD-4BF0-A0DF-43CC4E901255}" sibTransId="{01058A19-C10C-429F-91BC-63C033686A91}"/>
    <dgm:cxn modelId="{2660516E-35F7-7D47-AB26-D0B932E7F0BC}" type="presParOf" srcId="{9B460E30-E47A-DE46-BE78-84BC90198F3F}" destId="{B95C5105-70DF-2245-AE4A-C3716D9344B4}" srcOrd="0" destOrd="0" presId="urn:microsoft.com/office/officeart/2008/layout/LinedList"/>
    <dgm:cxn modelId="{F0566B97-31A0-3843-81C6-FFEC219FB518}" type="presParOf" srcId="{9B460E30-E47A-DE46-BE78-84BC90198F3F}" destId="{2024D6D5-1E20-7E40-AC46-0939FCC49BCE}" srcOrd="1" destOrd="0" presId="urn:microsoft.com/office/officeart/2008/layout/LinedList"/>
    <dgm:cxn modelId="{681D03B0-7572-954A-AF49-305921BFB757}" type="presParOf" srcId="{2024D6D5-1E20-7E40-AC46-0939FCC49BCE}" destId="{B60C4456-EFE8-3142-815F-604888F3B0C8}" srcOrd="0" destOrd="0" presId="urn:microsoft.com/office/officeart/2008/layout/LinedList"/>
    <dgm:cxn modelId="{AB0A670E-2B6A-6044-AF56-EA3360B42E71}" type="presParOf" srcId="{2024D6D5-1E20-7E40-AC46-0939FCC49BCE}" destId="{5D54FAF2-2CB3-8042-BE3B-F3E2CE304BFB}" srcOrd="1" destOrd="0" presId="urn:microsoft.com/office/officeart/2008/layout/LinedList"/>
    <dgm:cxn modelId="{4FE19B4C-F0AD-D140-A5F7-CE9F330D66FC}" type="presParOf" srcId="{9B460E30-E47A-DE46-BE78-84BC90198F3F}" destId="{E0BC6529-DA5A-0D47-A455-F0D17BCD6E8D}" srcOrd="2" destOrd="0" presId="urn:microsoft.com/office/officeart/2008/layout/LinedList"/>
    <dgm:cxn modelId="{A5C59766-5FFF-A04F-BB56-0EDB13CE7367}" type="presParOf" srcId="{9B460E30-E47A-DE46-BE78-84BC90198F3F}" destId="{6915BBC2-E271-8441-8C13-073FFB173C9F}" srcOrd="3" destOrd="0" presId="urn:microsoft.com/office/officeart/2008/layout/LinedList"/>
    <dgm:cxn modelId="{75DB9C18-6D87-8A4A-A828-1D56843AA489}" type="presParOf" srcId="{6915BBC2-E271-8441-8C13-073FFB173C9F}" destId="{5A0C009F-FDAF-0546-A1AD-89C1454FE83B}" srcOrd="0" destOrd="0" presId="urn:microsoft.com/office/officeart/2008/layout/LinedList"/>
    <dgm:cxn modelId="{2DF4A5C3-6698-7B42-912E-0FF61AF744E5}" type="presParOf" srcId="{6915BBC2-E271-8441-8C13-073FFB173C9F}" destId="{529DC5F8-54D5-3A42-A2AB-039897D77E27}" srcOrd="1" destOrd="0" presId="urn:microsoft.com/office/officeart/2008/layout/LinedList"/>
    <dgm:cxn modelId="{718FBE57-2587-2D4D-8732-F31E2E53B9A0}" type="presParOf" srcId="{9B460E30-E47A-DE46-BE78-84BC90198F3F}" destId="{652F4AD5-18AF-D94E-BD53-E4E850F8D73D}" srcOrd="4" destOrd="0" presId="urn:microsoft.com/office/officeart/2008/layout/LinedList"/>
    <dgm:cxn modelId="{2085F3FC-8A4D-B24B-BAA2-28021E583D54}" type="presParOf" srcId="{9B460E30-E47A-DE46-BE78-84BC90198F3F}" destId="{150860BA-F78D-5D47-8B6A-2246971E97B5}" srcOrd="5" destOrd="0" presId="urn:microsoft.com/office/officeart/2008/layout/LinedList"/>
    <dgm:cxn modelId="{B4818C54-70CF-1C4D-8F91-77C14058B951}" type="presParOf" srcId="{150860BA-F78D-5D47-8B6A-2246971E97B5}" destId="{3A982083-823F-1A42-BA35-B0694C9C239D}" srcOrd="0" destOrd="0" presId="urn:microsoft.com/office/officeart/2008/layout/LinedList"/>
    <dgm:cxn modelId="{469036C3-24DF-614A-BF29-D8905C91C355}" type="presParOf" srcId="{150860BA-F78D-5D47-8B6A-2246971E97B5}" destId="{C404AFFF-13F7-AF4E-8CA4-7F64A692D28F}" srcOrd="1" destOrd="0" presId="urn:microsoft.com/office/officeart/2008/layout/LinedList"/>
    <dgm:cxn modelId="{464242F2-8A26-0D4C-9818-D1E29CC70793}" type="presParOf" srcId="{9B460E30-E47A-DE46-BE78-84BC90198F3F}" destId="{93F91804-DD94-8F40-9EED-683BABE4D2DD}" srcOrd="6" destOrd="0" presId="urn:microsoft.com/office/officeart/2008/layout/LinedList"/>
    <dgm:cxn modelId="{EA686A43-614E-0041-B6F8-3B69126E7A28}" type="presParOf" srcId="{9B460E30-E47A-DE46-BE78-84BC90198F3F}" destId="{EDC209B7-BF1F-374E-9726-198FF9E9ACD1}" srcOrd="7" destOrd="0" presId="urn:microsoft.com/office/officeart/2008/layout/LinedList"/>
    <dgm:cxn modelId="{88CDA3E1-61E7-3C4E-A59B-BF4612F679A7}" type="presParOf" srcId="{EDC209B7-BF1F-374E-9726-198FF9E9ACD1}" destId="{9B1F9540-2DBE-8041-9E4C-6507B354F061}" srcOrd="0" destOrd="0" presId="urn:microsoft.com/office/officeart/2008/layout/LinedList"/>
    <dgm:cxn modelId="{7C3B13BD-C89F-3644-9883-A73F91D1E032}" type="presParOf" srcId="{EDC209B7-BF1F-374E-9726-198FF9E9ACD1}" destId="{C8A4B7A5-B232-0A49-8FEB-6DA5B71548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0233A4-D27E-4E70-98D3-706AAFDEBD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906A635-5F8B-4AD9-A9E5-3B5BDD3ADD52}">
      <dgm:prSet/>
      <dgm:spPr/>
      <dgm:t>
        <a:bodyPr/>
        <a:lstStyle/>
        <a:p>
          <a:r>
            <a:rPr lang="en-US"/>
            <a:t>RAGEN: Retriever + Generator + Policy Network</a:t>
          </a:r>
        </a:p>
      </dgm:t>
    </dgm:pt>
    <dgm:pt modelId="{E916A547-45D4-497D-B5DF-851089C29A69}" type="parTrans" cxnId="{40F32D69-042D-4EE4-B8B0-56D80FEA8C3D}">
      <dgm:prSet/>
      <dgm:spPr/>
      <dgm:t>
        <a:bodyPr/>
        <a:lstStyle/>
        <a:p>
          <a:endParaRPr lang="en-US"/>
        </a:p>
      </dgm:t>
    </dgm:pt>
    <dgm:pt modelId="{6CE6F8CE-21E7-429E-AF45-72B908BEFFD5}" type="sibTrans" cxnId="{40F32D69-042D-4EE4-B8B0-56D80FEA8C3D}">
      <dgm:prSet/>
      <dgm:spPr/>
      <dgm:t>
        <a:bodyPr/>
        <a:lstStyle/>
        <a:p>
          <a:endParaRPr lang="en-US"/>
        </a:p>
      </dgm:t>
    </dgm:pt>
    <dgm:pt modelId="{BAC267AC-6B2E-476B-80D9-1ED60CA60795}">
      <dgm:prSet/>
      <dgm:spPr/>
      <dgm:t>
        <a:bodyPr/>
        <a:lstStyle/>
        <a:p>
          <a:r>
            <a:rPr lang="en-US"/>
            <a:t>A*PO: Advantage-weighted PPO</a:t>
          </a:r>
        </a:p>
      </dgm:t>
    </dgm:pt>
    <dgm:pt modelId="{8C58F780-8C59-4FA2-9662-6FAFE0CC1792}" type="parTrans" cxnId="{73D7745F-A2CE-4598-AE47-C4645AD19B15}">
      <dgm:prSet/>
      <dgm:spPr/>
      <dgm:t>
        <a:bodyPr/>
        <a:lstStyle/>
        <a:p>
          <a:endParaRPr lang="en-US"/>
        </a:p>
      </dgm:t>
    </dgm:pt>
    <dgm:pt modelId="{AA219AD1-ED4A-4FF4-880F-5FF43E6B558A}" type="sibTrans" cxnId="{73D7745F-A2CE-4598-AE47-C4645AD19B15}">
      <dgm:prSet/>
      <dgm:spPr/>
      <dgm:t>
        <a:bodyPr/>
        <a:lstStyle/>
        <a:p>
          <a:endParaRPr lang="en-US"/>
        </a:p>
      </dgm:t>
    </dgm:pt>
    <dgm:pt modelId="{9D2CC825-C03E-4CFB-BBBB-A592ECFCBBC3}">
      <dgm:prSet/>
      <dgm:spPr/>
      <dgm:t>
        <a:bodyPr/>
        <a:lstStyle/>
        <a:p>
          <a:r>
            <a:rPr lang="en-US"/>
            <a:t>Model Size: ~847K parameters</a:t>
          </a:r>
        </a:p>
      </dgm:t>
    </dgm:pt>
    <dgm:pt modelId="{B41ABB0B-F583-435E-B95F-F4FB84E1798B}" type="parTrans" cxnId="{F9931E24-27A7-4174-A690-61310219C2D1}">
      <dgm:prSet/>
      <dgm:spPr/>
      <dgm:t>
        <a:bodyPr/>
        <a:lstStyle/>
        <a:p>
          <a:endParaRPr lang="en-US"/>
        </a:p>
      </dgm:t>
    </dgm:pt>
    <dgm:pt modelId="{3578FA67-6F48-4D0D-9CCD-FCC0CA3C083D}" type="sibTrans" cxnId="{F9931E24-27A7-4174-A690-61310219C2D1}">
      <dgm:prSet/>
      <dgm:spPr/>
      <dgm:t>
        <a:bodyPr/>
        <a:lstStyle/>
        <a:p>
          <a:endParaRPr lang="en-US"/>
        </a:p>
      </dgm:t>
    </dgm:pt>
    <dgm:pt modelId="{06AE5442-10C2-46AE-8DDC-894D94850511}" type="pres">
      <dgm:prSet presAssocID="{540233A4-D27E-4E70-98D3-706AAFDEBDBF}" presName="root" presStyleCnt="0">
        <dgm:presLayoutVars>
          <dgm:dir/>
          <dgm:resizeHandles val="exact"/>
        </dgm:presLayoutVars>
      </dgm:prSet>
      <dgm:spPr/>
    </dgm:pt>
    <dgm:pt modelId="{A16464DD-7C5C-4A5B-A5A5-E258FECF652E}" type="pres">
      <dgm:prSet presAssocID="{D906A635-5F8B-4AD9-A9E5-3B5BDD3ADD52}" presName="compNode" presStyleCnt="0"/>
      <dgm:spPr/>
    </dgm:pt>
    <dgm:pt modelId="{0E6A66C9-BE67-48EF-BF48-CACA78182180}" type="pres">
      <dgm:prSet presAssocID="{D906A635-5F8B-4AD9-A9E5-3B5BDD3ADD52}" presName="bgRect" presStyleLbl="bgShp" presStyleIdx="0" presStyleCnt="3"/>
      <dgm:spPr/>
    </dgm:pt>
    <dgm:pt modelId="{3AEE8B2C-3D4D-425B-9BAE-92471D1CDAE2}" type="pres">
      <dgm:prSet presAssocID="{D906A635-5F8B-4AD9-A9E5-3B5BDD3ADD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E419124-962F-4D58-AFB1-D581108587DB}" type="pres">
      <dgm:prSet presAssocID="{D906A635-5F8B-4AD9-A9E5-3B5BDD3ADD52}" presName="spaceRect" presStyleCnt="0"/>
      <dgm:spPr/>
    </dgm:pt>
    <dgm:pt modelId="{3711060A-3F30-4EEB-BDE5-E842BDA88DE3}" type="pres">
      <dgm:prSet presAssocID="{D906A635-5F8B-4AD9-A9E5-3B5BDD3ADD52}" presName="parTx" presStyleLbl="revTx" presStyleIdx="0" presStyleCnt="3">
        <dgm:presLayoutVars>
          <dgm:chMax val="0"/>
          <dgm:chPref val="0"/>
        </dgm:presLayoutVars>
      </dgm:prSet>
      <dgm:spPr/>
    </dgm:pt>
    <dgm:pt modelId="{20779DA1-5511-4643-81F4-740458C6B4AB}" type="pres">
      <dgm:prSet presAssocID="{6CE6F8CE-21E7-429E-AF45-72B908BEFFD5}" presName="sibTrans" presStyleCnt="0"/>
      <dgm:spPr/>
    </dgm:pt>
    <dgm:pt modelId="{6ED9CF72-722C-41BA-B7FB-729A70EB637E}" type="pres">
      <dgm:prSet presAssocID="{BAC267AC-6B2E-476B-80D9-1ED60CA60795}" presName="compNode" presStyleCnt="0"/>
      <dgm:spPr/>
    </dgm:pt>
    <dgm:pt modelId="{4848F653-D1FA-47D3-B559-4BA365FC130A}" type="pres">
      <dgm:prSet presAssocID="{BAC267AC-6B2E-476B-80D9-1ED60CA60795}" presName="bgRect" presStyleLbl="bgShp" presStyleIdx="1" presStyleCnt="3"/>
      <dgm:spPr/>
    </dgm:pt>
    <dgm:pt modelId="{0C80F3A3-5E2F-4B4D-AC39-8708457F3C2A}" type="pres">
      <dgm:prSet presAssocID="{BAC267AC-6B2E-476B-80D9-1ED60CA607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A8DBE1D-EF71-4CCC-B012-9E2A84F2D7C5}" type="pres">
      <dgm:prSet presAssocID="{BAC267AC-6B2E-476B-80D9-1ED60CA60795}" presName="spaceRect" presStyleCnt="0"/>
      <dgm:spPr/>
    </dgm:pt>
    <dgm:pt modelId="{F439E5FB-9B36-43A1-AE73-B030EE9FEAD1}" type="pres">
      <dgm:prSet presAssocID="{BAC267AC-6B2E-476B-80D9-1ED60CA60795}" presName="parTx" presStyleLbl="revTx" presStyleIdx="1" presStyleCnt="3">
        <dgm:presLayoutVars>
          <dgm:chMax val="0"/>
          <dgm:chPref val="0"/>
        </dgm:presLayoutVars>
      </dgm:prSet>
      <dgm:spPr/>
    </dgm:pt>
    <dgm:pt modelId="{767CF01B-BC7D-4BE1-8956-E091AC1149A6}" type="pres">
      <dgm:prSet presAssocID="{AA219AD1-ED4A-4FF4-880F-5FF43E6B558A}" presName="sibTrans" presStyleCnt="0"/>
      <dgm:spPr/>
    </dgm:pt>
    <dgm:pt modelId="{434DCD26-1F9A-40EC-9F29-6B7CAA5D4F3A}" type="pres">
      <dgm:prSet presAssocID="{9D2CC825-C03E-4CFB-BBBB-A592ECFCBBC3}" presName="compNode" presStyleCnt="0"/>
      <dgm:spPr/>
    </dgm:pt>
    <dgm:pt modelId="{86139C43-8456-45D5-A462-47E1258EC7EC}" type="pres">
      <dgm:prSet presAssocID="{9D2CC825-C03E-4CFB-BBBB-A592ECFCBBC3}" presName="bgRect" presStyleLbl="bgShp" presStyleIdx="2" presStyleCnt="3"/>
      <dgm:spPr/>
    </dgm:pt>
    <dgm:pt modelId="{725F8DBD-4DBB-4CD6-817F-80EABBC8DDC2}" type="pres">
      <dgm:prSet presAssocID="{9D2CC825-C03E-4CFB-BBBB-A592ECFCBBC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DF5B5FE-16A2-4271-93D7-AFE740CB81DE}" type="pres">
      <dgm:prSet presAssocID="{9D2CC825-C03E-4CFB-BBBB-A592ECFCBBC3}" presName="spaceRect" presStyleCnt="0"/>
      <dgm:spPr/>
    </dgm:pt>
    <dgm:pt modelId="{B108543F-21DD-4EAE-8CEA-4EF71C62EFF4}" type="pres">
      <dgm:prSet presAssocID="{9D2CC825-C03E-4CFB-BBBB-A592ECFCBBC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931E24-27A7-4174-A690-61310219C2D1}" srcId="{540233A4-D27E-4E70-98D3-706AAFDEBDBF}" destId="{9D2CC825-C03E-4CFB-BBBB-A592ECFCBBC3}" srcOrd="2" destOrd="0" parTransId="{B41ABB0B-F583-435E-B95F-F4FB84E1798B}" sibTransId="{3578FA67-6F48-4D0D-9CCD-FCC0CA3C083D}"/>
    <dgm:cxn modelId="{EC36B13D-E153-471E-A732-052E2C0BB3EA}" type="presOf" srcId="{D906A635-5F8B-4AD9-A9E5-3B5BDD3ADD52}" destId="{3711060A-3F30-4EEB-BDE5-E842BDA88DE3}" srcOrd="0" destOrd="0" presId="urn:microsoft.com/office/officeart/2018/2/layout/IconVerticalSolidList"/>
    <dgm:cxn modelId="{59AF7040-0B50-4D52-8648-39FBD66D460C}" type="presOf" srcId="{9D2CC825-C03E-4CFB-BBBB-A592ECFCBBC3}" destId="{B108543F-21DD-4EAE-8CEA-4EF71C62EFF4}" srcOrd="0" destOrd="0" presId="urn:microsoft.com/office/officeart/2018/2/layout/IconVerticalSolidList"/>
    <dgm:cxn modelId="{73D7745F-A2CE-4598-AE47-C4645AD19B15}" srcId="{540233A4-D27E-4E70-98D3-706AAFDEBDBF}" destId="{BAC267AC-6B2E-476B-80D9-1ED60CA60795}" srcOrd="1" destOrd="0" parTransId="{8C58F780-8C59-4FA2-9662-6FAFE0CC1792}" sibTransId="{AA219AD1-ED4A-4FF4-880F-5FF43E6B558A}"/>
    <dgm:cxn modelId="{40F32D69-042D-4EE4-B8B0-56D80FEA8C3D}" srcId="{540233A4-D27E-4E70-98D3-706AAFDEBDBF}" destId="{D906A635-5F8B-4AD9-A9E5-3B5BDD3ADD52}" srcOrd="0" destOrd="0" parTransId="{E916A547-45D4-497D-B5DF-851089C29A69}" sibTransId="{6CE6F8CE-21E7-429E-AF45-72B908BEFFD5}"/>
    <dgm:cxn modelId="{2830C484-113A-47A8-9639-7070700BC2DA}" type="presOf" srcId="{540233A4-D27E-4E70-98D3-706AAFDEBDBF}" destId="{06AE5442-10C2-46AE-8DDC-894D94850511}" srcOrd="0" destOrd="0" presId="urn:microsoft.com/office/officeart/2018/2/layout/IconVerticalSolidList"/>
    <dgm:cxn modelId="{291A8D9D-AFF3-4DCD-B1A9-091607064EFF}" type="presOf" srcId="{BAC267AC-6B2E-476B-80D9-1ED60CA60795}" destId="{F439E5FB-9B36-43A1-AE73-B030EE9FEAD1}" srcOrd="0" destOrd="0" presId="urn:microsoft.com/office/officeart/2018/2/layout/IconVerticalSolidList"/>
    <dgm:cxn modelId="{578A2C16-DF64-4E09-B024-AAA26BCD7854}" type="presParOf" srcId="{06AE5442-10C2-46AE-8DDC-894D94850511}" destId="{A16464DD-7C5C-4A5B-A5A5-E258FECF652E}" srcOrd="0" destOrd="0" presId="urn:microsoft.com/office/officeart/2018/2/layout/IconVerticalSolidList"/>
    <dgm:cxn modelId="{1FDB5ADE-080E-44C0-AC70-DD90DD2FF739}" type="presParOf" srcId="{A16464DD-7C5C-4A5B-A5A5-E258FECF652E}" destId="{0E6A66C9-BE67-48EF-BF48-CACA78182180}" srcOrd="0" destOrd="0" presId="urn:microsoft.com/office/officeart/2018/2/layout/IconVerticalSolidList"/>
    <dgm:cxn modelId="{5F4CA4B5-1AF7-4DBA-8919-FF149E53A894}" type="presParOf" srcId="{A16464DD-7C5C-4A5B-A5A5-E258FECF652E}" destId="{3AEE8B2C-3D4D-425B-9BAE-92471D1CDAE2}" srcOrd="1" destOrd="0" presId="urn:microsoft.com/office/officeart/2018/2/layout/IconVerticalSolidList"/>
    <dgm:cxn modelId="{B28DFC63-1A24-4308-BF37-94176AC80268}" type="presParOf" srcId="{A16464DD-7C5C-4A5B-A5A5-E258FECF652E}" destId="{DE419124-962F-4D58-AFB1-D581108587DB}" srcOrd="2" destOrd="0" presId="urn:microsoft.com/office/officeart/2018/2/layout/IconVerticalSolidList"/>
    <dgm:cxn modelId="{E61F0A9A-EA64-42C2-A845-24C91E2E8928}" type="presParOf" srcId="{A16464DD-7C5C-4A5B-A5A5-E258FECF652E}" destId="{3711060A-3F30-4EEB-BDE5-E842BDA88DE3}" srcOrd="3" destOrd="0" presId="urn:microsoft.com/office/officeart/2018/2/layout/IconVerticalSolidList"/>
    <dgm:cxn modelId="{43516A7E-7CEF-48FF-BF1A-FC08A0F7B2DE}" type="presParOf" srcId="{06AE5442-10C2-46AE-8DDC-894D94850511}" destId="{20779DA1-5511-4643-81F4-740458C6B4AB}" srcOrd="1" destOrd="0" presId="urn:microsoft.com/office/officeart/2018/2/layout/IconVerticalSolidList"/>
    <dgm:cxn modelId="{315652D1-B489-4907-8319-0424BAE69C1C}" type="presParOf" srcId="{06AE5442-10C2-46AE-8DDC-894D94850511}" destId="{6ED9CF72-722C-41BA-B7FB-729A70EB637E}" srcOrd="2" destOrd="0" presId="urn:microsoft.com/office/officeart/2018/2/layout/IconVerticalSolidList"/>
    <dgm:cxn modelId="{8B1A17BF-BFA9-47D6-B0F7-2BF959260D73}" type="presParOf" srcId="{6ED9CF72-722C-41BA-B7FB-729A70EB637E}" destId="{4848F653-D1FA-47D3-B559-4BA365FC130A}" srcOrd="0" destOrd="0" presId="urn:microsoft.com/office/officeart/2018/2/layout/IconVerticalSolidList"/>
    <dgm:cxn modelId="{6E2A7A26-CACA-4FDF-BDC0-0F67E6B7FD54}" type="presParOf" srcId="{6ED9CF72-722C-41BA-B7FB-729A70EB637E}" destId="{0C80F3A3-5E2F-4B4D-AC39-8708457F3C2A}" srcOrd="1" destOrd="0" presId="urn:microsoft.com/office/officeart/2018/2/layout/IconVerticalSolidList"/>
    <dgm:cxn modelId="{C1A54721-B5FA-4958-9B45-FE168C41316C}" type="presParOf" srcId="{6ED9CF72-722C-41BA-B7FB-729A70EB637E}" destId="{2A8DBE1D-EF71-4CCC-B012-9E2A84F2D7C5}" srcOrd="2" destOrd="0" presId="urn:microsoft.com/office/officeart/2018/2/layout/IconVerticalSolidList"/>
    <dgm:cxn modelId="{7F0DC381-817F-4696-9121-B7E692109269}" type="presParOf" srcId="{6ED9CF72-722C-41BA-B7FB-729A70EB637E}" destId="{F439E5FB-9B36-43A1-AE73-B030EE9FEAD1}" srcOrd="3" destOrd="0" presId="urn:microsoft.com/office/officeart/2018/2/layout/IconVerticalSolidList"/>
    <dgm:cxn modelId="{1C639A47-5591-4251-8C33-7874926F4100}" type="presParOf" srcId="{06AE5442-10C2-46AE-8DDC-894D94850511}" destId="{767CF01B-BC7D-4BE1-8956-E091AC1149A6}" srcOrd="3" destOrd="0" presId="urn:microsoft.com/office/officeart/2018/2/layout/IconVerticalSolidList"/>
    <dgm:cxn modelId="{9DD889CA-723D-4613-981A-BF15E355EBAF}" type="presParOf" srcId="{06AE5442-10C2-46AE-8DDC-894D94850511}" destId="{434DCD26-1F9A-40EC-9F29-6B7CAA5D4F3A}" srcOrd="4" destOrd="0" presId="urn:microsoft.com/office/officeart/2018/2/layout/IconVerticalSolidList"/>
    <dgm:cxn modelId="{769BE312-4530-4D08-BE92-E442045F53BF}" type="presParOf" srcId="{434DCD26-1F9A-40EC-9F29-6B7CAA5D4F3A}" destId="{86139C43-8456-45D5-A462-47E1258EC7EC}" srcOrd="0" destOrd="0" presId="urn:microsoft.com/office/officeart/2018/2/layout/IconVerticalSolidList"/>
    <dgm:cxn modelId="{FB52D4F4-2A52-484B-A521-4EE167269153}" type="presParOf" srcId="{434DCD26-1F9A-40EC-9F29-6B7CAA5D4F3A}" destId="{725F8DBD-4DBB-4CD6-817F-80EABBC8DDC2}" srcOrd="1" destOrd="0" presId="urn:microsoft.com/office/officeart/2018/2/layout/IconVerticalSolidList"/>
    <dgm:cxn modelId="{E7E55CBD-7BE1-4DD5-B640-F0AB9B1007D0}" type="presParOf" srcId="{434DCD26-1F9A-40EC-9F29-6B7CAA5D4F3A}" destId="{0DF5B5FE-16A2-4271-93D7-AFE740CB81DE}" srcOrd="2" destOrd="0" presId="urn:microsoft.com/office/officeart/2018/2/layout/IconVerticalSolidList"/>
    <dgm:cxn modelId="{7F0B11EE-3EA2-45F7-8E9C-B068B99BEB6C}" type="presParOf" srcId="{434DCD26-1F9A-40EC-9F29-6B7CAA5D4F3A}" destId="{B108543F-21DD-4EAE-8CEA-4EF71C62EF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6F135B-D8F8-4170-B560-23CA74D635E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39329F-2951-4EED-93C8-C23204DCFA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WebShop: product catalog, structured search</a:t>
          </a:r>
        </a:p>
      </dgm:t>
    </dgm:pt>
    <dgm:pt modelId="{35BF16F1-E5A4-4AB0-BEAD-E77677073EA4}" type="parTrans" cxnId="{6AFEF30C-ABE0-4793-8D06-4746A3424FD3}">
      <dgm:prSet/>
      <dgm:spPr/>
      <dgm:t>
        <a:bodyPr/>
        <a:lstStyle/>
        <a:p>
          <a:endParaRPr lang="en-US"/>
        </a:p>
      </dgm:t>
    </dgm:pt>
    <dgm:pt modelId="{00A52A51-3A39-4551-AEF2-0C465EBB87E3}" type="sibTrans" cxnId="{6AFEF30C-ABE0-4793-8D06-4746A3424FD3}">
      <dgm:prSet/>
      <dgm:spPr/>
      <dgm:t>
        <a:bodyPr/>
        <a:lstStyle/>
        <a:p>
          <a:endParaRPr lang="en-US"/>
        </a:p>
      </dgm:t>
    </dgm:pt>
    <dgm:pt modelId="{0D64184C-1396-49CA-A999-465427735F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WebArena: real browser DOM + complex UI planning</a:t>
          </a:r>
        </a:p>
      </dgm:t>
    </dgm:pt>
    <dgm:pt modelId="{84282B8E-1977-4576-8E5F-32BD2FE2E268}" type="parTrans" cxnId="{F3D9C06A-DE00-4794-BFDA-54FE84C64EE1}">
      <dgm:prSet/>
      <dgm:spPr/>
      <dgm:t>
        <a:bodyPr/>
        <a:lstStyle/>
        <a:p>
          <a:endParaRPr lang="en-US"/>
        </a:p>
      </dgm:t>
    </dgm:pt>
    <dgm:pt modelId="{AD19031D-55F0-45BF-AA44-B993ADF34E6C}" type="sibTrans" cxnId="{F3D9C06A-DE00-4794-BFDA-54FE84C64EE1}">
      <dgm:prSet/>
      <dgm:spPr/>
      <dgm:t>
        <a:bodyPr/>
        <a:lstStyle/>
        <a:p>
          <a:endParaRPr lang="en-US"/>
        </a:p>
      </dgm:t>
    </dgm:pt>
    <dgm:pt modelId="{DBD46C58-524E-4688-8873-93AA239BDE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Zero-shot transfer tested</a:t>
          </a:r>
        </a:p>
      </dgm:t>
    </dgm:pt>
    <dgm:pt modelId="{823FE5ED-627A-4489-9D91-853021B13147}" type="parTrans" cxnId="{0BBF4375-5BCC-458F-84A3-AC45559D2B8A}">
      <dgm:prSet/>
      <dgm:spPr/>
      <dgm:t>
        <a:bodyPr/>
        <a:lstStyle/>
        <a:p>
          <a:endParaRPr lang="en-US"/>
        </a:p>
      </dgm:t>
    </dgm:pt>
    <dgm:pt modelId="{28A07E9F-870D-4C80-8304-7871A509F98B}" type="sibTrans" cxnId="{0BBF4375-5BCC-458F-84A3-AC45559D2B8A}">
      <dgm:prSet/>
      <dgm:spPr/>
      <dgm:t>
        <a:bodyPr/>
        <a:lstStyle/>
        <a:p>
          <a:endParaRPr lang="en-US"/>
        </a:p>
      </dgm:t>
    </dgm:pt>
    <dgm:pt modelId="{C88BBA0B-7F0B-407C-A991-50C5EA3B36ED}" type="pres">
      <dgm:prSet presAssocID="{796F135B-D8F8-4170-B560-23CA74D635E0}" presName="root" presStyleCnt="0">
        <dgm:presLayoutVars>
          <dgm:dir/>
          <dgm:resizeHandles val="exact"/>
        </dgm:presLayoutVars>
      </dgm:prSet>
      <dgm:spPr/>
    </dgm:pt>
    <dgm:pt modelId="{D84213F6-C5A4-4684-A349-F5294A4181FB}" type="pres">
      <dgm:prSet presAssocID="{4E39329F-2951-4EED-93C8-C23204DCFA0E}" presName="compNode" presStyleCnt="0"/>
      <dgm:spPr/>
    </dgm:pt>
    <dgm:pt modelId="{B61B947A-BDCD-4603-A9DE-468CD379BDA8}" type="pres">
      <dgm:prSet presAssocID="{4E39329F-2951-4EED-93C8-C23204DCFA0E}" presName="bgRect" presStyleLbl="bgShp" presStyleIdx="0" presStyleCnt="3"/>
      <dgm:spPr/>
    </dgm:pt>
    <dgm:pt modelId="{4ADE28AC-9B6D-4602-92EC-31FF500EAFF6}" type="pres">
      <dgm:prSet presAssocID="{4E39329F-2951-4EED-93C8-C23204DCFA0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289DAEB-986C-491E-A8BB-3D4E570F605B}" type="pres">
      <dgm:prSet presAssocID="{4E39329F-2951-4EED-93C8-C23204DCFA0E}" presName="spaceRect" presStyleCnt="0"/>
      <dgm:spPr/>
    </dgm:pt>
    <dgm:pt modelId="{20EB1F6B-A42B-4FFF-B7BA-4A5BCD3E3321}" type="pres">
      <dgm:prSet presAssocID="{4E39329F-2951-4EED-93C8-C23204DCFA0E}" presName="parTx" presStyleLbl="revTx" presStyleIdx="0" presStyleCnt="3">
        <dgm:presLayoutVars>
          <dgm:chMax val="0"/>
          <dgm:chPref val="0"/>
        </dgm:presLayoutVars>
      </dgm:prSet>
      <dgm:spPr/>
    </dgm:pt>
    <dgm:pt modelId="{CE11EB54-B17B-447C-B3FD-5BDD282E4A97}" type="pres">
      <dgm:prSet presAssocID="{00A52A51-3A39-4551-AEF2-0C465EBB87E3}" presName="sibTrans" presStyleCnt="0"/>
      <dgm:spPr/>
    </dgm:pt>
    <dgm:pt modelId="{4E628537-1EA4-4A95-A60B-6BB8034BA491}" type="pres">
      <dgm:prSet presAssocID="{0D64184C-1396-49CA-A999-465427735F33}" presName="compNode" presStyleCnt="0"/>
      <dgm:spPr/>
    </dgm:pt>
    <dgm:pt modelId="{D5C4CBD5-C1CB-49E6-BC5C-39B423B8C9D3}" type="pres">
      <dgm:prSet presAssocID="{0D64184C-1396-49CA-A999-465427735F33}" presName="bgRect" presStyleLbl="bgShp" presStyleIdx="1" presStyleCnt="3"/>
      <dgm:spPr/>
    </dgm:pt>
    <dgm:pt modelId="{9CE28618-2103-45AC-BE70-6D1D7352D932}" type="pres">
      <dgm:prSet presAssocID="{0D64184C-1396-49CA-A999-465427735F3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3C5D742-1DEA-4E01-932B-F83F84395F6F}" type="pres">
      <dgm:prSet presAssocID="{0D64184C-1396-49CA-A999-465427735F33}" presName="spaceRect" presStyleCnt="0"/>
      <dgm:spPr/>
    </dgm:pt>
    <dgm:pt modelId="{AEFFDB01-5DCB-41A9-B97C-366E514B4F43}" type="pres">
      <dgm:prSet presAssocID="{0D64184C-1396-49CA-A999-465427735F33}" presName="parTx" presStyleLbl="revTx" presStyleIdx="1" presStyleCnt="3">
        <dgm:presLayoutVars>
          <dgm:chMax val="0"/>
          <dgm:chPref val="0"/>
        </dgm:presLayoutVars>
      </dgm:prSet>
      <dgm:spPr/>
    </dgm:pt>
    <dgm:pt modelId="{5284BFF6-5945-4E91-BFDF-262A490DB906}" type="pres">
      <dgm:prSet presAssocID="{AD19031D-55F0-45BF-AA44-B993ADF34E6C}" presName="sibTrans" presStyleCnt="0"/>
      <dgm:spPr/>
    </dgm:pt>
    <dgm:pt modelId="{986BBEE3-4E52-4B66-B18C-7008A8B3FC29}" type="pres">
      <dgm:prSet presAssocID="{DBD46C58-524E-4688-8873-93AA239BDE65}" presName="compNode" presStyleCnt="0"/>
      <dgm:spPr/>
    </dgm:pt>
    <dgm:pt modelId="{2BEE7BFA-A7CE-4789-A9E2-62FD6EFE6971}" type="pres">
      <dgm:prSet presAssocID="{DBD46C58-524E-4688-8873-93AA239BDE65}" presName="bgRect" presStyleLbl="bgShp" presStyleIdx="2" presStyleCnt="3"/>
      <dgm:spPr/>
    </dgm:pt>
    <dgm:pt modelId="{D29F5D20-3326-4859-8962-03CAB61CC7D2}" type="pres">
      <dgm:prSet presAssocID="{DBD46C58-524E-4688-8873-93AA239BDE6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87208F2A-9DB9-406D-A447-41F2B48E533F}" type="pres">
      <dgm:prSet presAssocID="{DBD46C58-524E-4688-8873-93AA239BDE65}" presName="spaceRect" presStyleCnt="0"/>
      <dgm:spPr/>
    </dgm:pt>
    <dgm:pt modelId="{C139BB31-C042-4522-B66F-87D3C6D394C0}" type="pres">
      <dgm:prSet presAssocID="{DBD46C58-524E-4688-8873-93AA239BDE6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AFEF30C-ABE0-4793-8D06-4746A3424FD3}" srcId="{796F135B-D8F8-4170-B560-23CA74D635E0}" destId="{4E39329F-2951-4EED-93C8-C23204DCFA0E}" srcOrd="0" destOrd="0" parTransId="{35BF16F1-E5A4-4AB0-BEAD-E77677073EA4}" sibTransId="{00A52A51-3A39-4551-AEF2-0C465EBB87E3}"/>
    <dgm:cxn modelId="{0688063E-054B-4E0F-8111-35EFCCD53287}" type="presOf" srcId="{DBD46C58-524E-4688-8873-93AA239BDE65}" destId="{C139BB31-C042-4522-B66F-87D3C6D394C0}" srcOrd="0" destOrd="0" presId="urn:microsoft.com/office/officeart/2018/2/layout/IconVerticalSolidList"/>
    <dgm:cxn modelId="{57515846-A25F-4AEB-90FC-ECC8D03BA8C1}" type="presOf" srcId="{796F135B-D8F8-4170-B560-23CA74D635E0}" destId="{C88BBA0B-7F0B-407C-A991-50C5EA3B36ED}" srcOrd="0" destOrd="0" presId="urn:microsoft.com/office/officeart/2018/2/layout/IconVerticalSolidList"/>
    <dgm:cxn modelId="{F3D9C06A-DE00-4794-BFDA-54FE84C64EE1}" srcId="{796F135B-D8F8-4170-B560-23CA74D635E0}" destId="{0D64184C-1396-49CA-A999-465427735F33}" srcOrd="1" destOrd="0" parTransId="{84282B8E-1977-4576-8E5F-32BD2FE2E268}" sibTransId="{AD19031D-55F0-45BF-AA44-B993ADF34E6C}"/>
    <dgm:cxn modelId="{0BBF4375-5BCC-458F-84A3-AC45559D2B8A}" srcId="{796F135B-D8F8-4170-B560-23CA74D635E0}" destId="{DBD46C58-524E-4688-8873-93AA239BDE65}" srcOrd="2" destOrd="0" parTransId="{823FE5ED-627A-4489-9D91-853021B13147}" sibTransId="{28A07E9F-870D-4C80-8304-7871A509F98B}"/>
    <dgm:cxn modelId="{DEDC7C82-7C50-4B62-95F5-CE091D817092}" type="presOf" srcId="{0D64184C-1396-49CA-A999-465427735F33}" destId="{AEFFDB01-5DCB-41A9-B97C-366E514B4F43}" srcOrd="0" destOrd="0" presId="urn:microsoft.com/office/officeart/2018/2/layout/IconVerticalSolidList"/>
    <dgm:cxn modelId="{6E67FADE-D3D1-4A31-9894-42A4CF4A25E7}" type="presOf" srcId="{4E39329F-2951-4EED-93C8-C23204DCFA0E}" destId="{20EB1F6B-A42B-4FFF-B7BA-4A5BCD3E3321}" srcOrd="0" destOrd="0" presId="urn:microsoft.com/office/officeart/2018/2/layout/IconVerticalSolidList"/>
    <dgm:cxn modelId="{8D230AD1-5E47-48DD-8A0E-8437A7249E9F}" type="presParOf" srcId="{C88BBA0B-7F0B-407C-A991-50C5EA3B36ED}" destId="{D84213F6-C5A4-4684-A349-F5294A4181FB}" srcOrd="0" destOrd="0" presId="urn:microsoft.com/office/officeart/2018/2/layout/IconVerticalSolidList"/>
    <dgm:cxn modelId="{FAF187A2-1499-4126-9153-1AF552C7E3D2}" type="presParOf" srcId="{D84213F6-C5A4-4684-A349-F5294A4181FB}" destId="{B61B947A-BDCD-4603-A9DE-468CD379BDA8}" srcOrd="0" destOrd="0" presId="urn:microsoft.com/office/officeart/2018/2/layout/IconVerticalSolidList"/>
    <dgm:cxn modelId="{DC8C1C97-0E54-4363-959C-6AB889C2249A}" type="presParOf" srcId="{D84213F6-C5A4-4684-A349-F5294A4181FB}" destId="{4ADE28AC-9B6D-4602-92EC-31FF500EAFF6}" srcOrd="1" destOrd="0" presId="urn:microsoft.com/office/officeart/2018/2/layout/IconVerticalSolidList"/>
    <dgm:cxn modelId="{36BC1B67-1586-43ED-BC5A-940229E7EB05}" type="presParOf" srcId="{D84213F6-C5A4-4684-A349-F5294A4181FB}" destId="{E289DAEB-986C-491E-A8BB-3D4E570F605B}" srcOrd="2" destOrd="0" presId="urn:microsoft.com/office/officeart/2018/2/layout/IconVerticalSolidList"/>
    <dgm:cxn modelId="{DBBEDA76-5B7B-40AC-9559-8D5B151271A3}" type="presParOf" srcId="{D84213F6-C5A4-4684-A349-F5294A4181FB}" destId="{20EB1F6B-A42B-4FFF-B7BA-4A5BCD3E3321}" srcOrd="3" destOrd="0" presId="urn:microsoft.com/office/officeart/2018/2/layout/IconVerticalSolidList"/>
    <dgm:cxn modelId="{E3EF598D-8CAE-41D3-8229-4AA48784DCB6}" type="presParOf" srcId="{C88BBA0B-7F0B-407C-A991-50C5EA3B36ED}" destId="{CE11EB54-B17B-447C-B3FD-5BDD282E4A97}" srcOrd="1" destOrd="0" presId="urn:microsoft.com/office/officeart/2018/2/layout/IconVerticalSolidList"/>
    <dgm:cxn modelId="{821CADA0-1C7F-47C0-A643-D72C1E6FE1A4}" type="presParOf" srcId="{C88BBA0B-7F0B-407C-A991-50C5EA3B36ED}" destId="{4E628537-1EA4-4A95-A60B-6BB8034BA491}" srcOrd="2" destOrd="0" presId="urn:microsoft.com/office/officeart/2018/2/layout/IconVerticalSolidList"/>
    <dgm:cxn modelId="{E5EF9B73-F14B-42EF-8144-7952D02DA16B}" type="presParOf" srcId="{4E628537-1EA4-4A95-A60B-6BB8034BA491}" destId="{D5C4CBD5-C1CB-49E6-BC5C-39B423B8C9D3}" srcOrd="0" destOrd="0" presId="urn:microsoft.com/office/officeart/2018/2/layout/IconVerticalSolidList"/>
    <dgm:cxn modelId="{B8843DE1-3B63-48B1-8BF0-C1722A7B2E2D}" type="presParOf" srcId="{4E628537-1EA4-4A95-A60B-6BB8034BA491}" destId="{9CE28618-2103-45AC-BE70-6D1D7352D932}" srcOrd="1" destOrd="0" presId="urn:microsoft.com/office/officeart/2018/2/layout/IconVerticalSolidList"/>
    <dgm:cxn modelId="{21E6162C-652A-4744-A247-66454CF20DA6}" type="presParOf" srcId="{4E628537-1EA4-4A95-A60B-6BB8034BA491}" destId="{43C5D742-1DEA-4E01-932B-F83F84395F6F}" srcOrd="2" destOrd="0" presId="urn:microsoft.com/office/officeart/2018/2/layout/IconVerticalSolidList"/>
    <dgm:cxn modelId="{6FB3EBE4-DC0F-4939-8202-E252843DA456}" type="presParOf" srcId="{4E628537-1EA4-4A95-A60B-6BB8034BA491}" destId="{AEFFDB01-5DCB-41A9-B97C-366E514B4F43}" srcOrd="3" destOrd="0" presId="urn:microsoft.com/office/officeart/2018/2/layout/IconVerticalSolidList"/>
    <dgm:cxn modelId="{3DF13AE7-90CF-48F7-91B8-F37991B6CC6B}" type="presParOf" srcId="{C88BBA0B-7F0B-407C-A991-50C5EA3B36ED}" destId="{5284BFF6-5945-4E91-BFDF-262A490DB906}" srcOrd="3" destOrd="0" presId="urn:microsoft.com/office/officeart/2018/2/layout/IconVerticalSolidList"/>
    <dgm:cxn modelId="{53F397C6-FD0E-446A-A31C-FC5A735DBFAC}" type="presParOf" srcId="{C88BBA0B-7F0B-407C-A991-50C5EA3B36ED}" destId="{986BBEE3-4E52-4B66-B18C-7008A8B3FC29}" srcOrd="4" destOrd="0" presId="urn:microsoft.com/office/officeart/2018/2/layout/IconVerticalSolidList"/>
    <dgm:cxn modelId="{3DB86E46-CDA9-47A3-9ACC-33E61A8F9566}" type="presParOf" srcId="{986BBEE3-4E52-4B66-B18C-7008A8B3FC29}" destId="{2BEE7BFA-A7CE-4789-A9E2-62FD6EFE6971}" srcOrd="0" destOrd="0" presId="urn:microsoft.com/office/officeart/2018/2/layout/IconVerticalSolidList"/>
    <dgm:cxn modelId="{6F35CE11-2035-4C58-8878-537B2527DF10}" type="presParOf" srcId="{986BBEE3-4E52-4B66-B18C-7008A8B3FC29}" destId="{D29F5D20-3326-4859-8962-03CAB61CC7D2}" srcOrd="1" destOrd="0" presId="urn:microsoft.com/office/officeart/2018/2/layout/IconVerticalSolidList"/>
    <dgm:cxn modelId="{71B4D612-72A6-439E-9C0C-9297A778A22D}" type="presParOf" srcId="{986BBEE3-4E52-4B66-B18C-7008A8B3FC29}" destId="{87208F2A-9DB9-406D-A447-41F2B48E533F}" srcOrd="2" destOrd="0" presId="urn:microsoft.com/office/officeart/2018/2/layout/IconVerticalSolidList"/>
    <dgm:cxn modelId="{F4AE9EC5-1CA6-4642-A099-C6D390E46CAC}" type="presParOf" srcId="{986BBEE3-4E52-4B66-B18C-7008A8B3FC29}" destId="{C139BB31-C042-4522-B66F-87D3C6D394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64A020-2BF3-421F-AD85-9749752FAA54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B38242-0BF5-474C-9F9C-4421D6C394F1}">
      <dgm:prSet/>
      <dgm:spPr/>
      <dgm:t>
        <a:bodyPr/>
        <a:lstStyle/>
        <a:p>
          <a:r>
            <a:rPr lang="en-US"/>
            <a:t>Deterministic environment</a:t>
          </a:r>
        </a:p>
      </dgm:t>
    </dgm:pt>
    <dgm:pt modelId="{0B3509C0-9333-47F2-A571-C236BA926B53}" type="parTrans" cxnId="{719B994E-6E3C-4994-A115-D285D5F57B71}">
      <dgm:prSet/>
      <dgm:spPr/>
      <dgm:t>
        <a:bodyPr/>
        <a:lstStyle/>
        <a:p>
          <a:endParaRPr lang="en-US"/>
        </a:p>
      </dgm:t>
    </dgm:pt>
    <dgm:pt modelId="{04D59167-5CE7-4305-9FB5-BC963BB66FFE}" type="sibTrans" cxnId="{719B994E-6E3C-4994-A115-D285D5F57B71}">
      <dgm:prSet/>
      <dgm:spPr/>
      <dgm:t>
        <a:bodyPr/>
        <a:lstStyle/>
        <a:p>
          <a:endParaRPr lang="en-US"/>
        </a:p>
      </dgm:t>
    </dgm:pt>
    <dgm:pt modelId="{DF6BADF0-25BD-4FE2-97A8-AED4DB12F2D5}">
      <dgm:prSet/>
      <dgm:spPr/>
      <dgm:t>
        <a:bodyPr/>
        <a:lstStyle/>
        <a:p>
          <a:r>
            <a:rPr lang="en-US"/>
            <a:t>Reward shaping helps stable learning</a:t>
          </a:r>
        </a:p>
      </dgm:t>
    </dgm:pt>
    <dgm:pt modelId="{CD3E8309-777D-4E43-8080-5F580E3D0F2E}" type="parTrans" cxnId="{D76545AC-7417-4904-B58B-7FE4BE51B0CD}">
      <dgm:prSet/>
      <dgm:spPr/>
      <dgm:t>
        <a:bodyPr/>
        <a:lstStyle/>
        <a:p>
          <a:endParaRPr lang="en-US"/>
        </a:p>
      </dgm:t>
    </dgm:pt>
    <dgm:pt modelId="{10B67F76-AAF9-46CF-98F7-C8E431F20B8E}" type="sibTrans" cxnId="{D76545AC-7417-4904-B58B-7FE4BE51B0CD}">
      <dgm:prSet/>
      <dgm:spPr/>
      <dgm:t>
        <a:bodyPr/>
        <a:lstStyle/>
        <a:p>
          <a:endParaRPr lang="en-US"/>
        </a:p>
      </dgm:t>
    </dgm:pt>
    <dgm:pt modelId="{42B06FF2-642D-40E5-922B-0F39CA84F81D}">
      <dgm:prSet/>
      <dgm:spPr/>
      <dgm:t>
        <a:bodyPr/>
        <a:lstStyle/>
        <a:p>
          <a:r>
            <a:rPr lang="en-US"/>
            <a:t>Search vocabulary aligned with product attributes</a:t>
          </a:r>
        </a:p>
      </dgm:t>
    </dgm:pt>
    <dgm:pt modelId="{402BD602-337E-40E1-B99E-3EB5204EB5E9}" type="parTrans" cxnId="{483E85A1-CF8E-4626-BC29-4B1FE7D0EB2F}">
      <dgm:prSet/>
      <dgm:spPr/>
      <dgm:t>
        <a:bodyPr/>
        <a:lstStyle/>
        <a:p>
          <a:endParaRPr lang="en-US"/>
        </a:p>
      </dgm:t>
    </dgm:pt>
    <dgm:pt modelId="{4C6B0DF4-7260-439C-BD97-0255B6F4348E}" type="sibTrans" cxnId="{483E85A1-CF8E-4626-BC29-4B1FE7D0EB2F}">
      <dgm:prSet/>
      <dgm:spPr/>
      <dgm:t>
        <a:bodyPr/>
        <a:lstStyle/>
        <a:p>
          <a:endParaRPr lang="en-US"/>
        </a:p>
      </dgm:t>
    </dgm:pt>
    <dgm:pt modelId="{2E4B759A-7772-8C4A-978A-077BDD271E7C}" type="pres">
      <dgm:prSet presAssocID="{6864A020-2BF3-421F-AD85-9749752FAA54}" presName="diagram" presStyleCnt="0">
        <dgm:presLayoutVars>
          <dgm:dir/>
          <dgm:resizeHandles val="exact"/>
        </dgm:presLayoutVars>
      </dgm:prSet>
      <dgm:spPr/>
    </dgm:pt>
    <dgm:pt modelId="{4198D3D2-B0E8-A140-93E3-E7429CA48587}" type="pres">
      <dgm:prSet presAssocID="{72B38242-0BF5-474C-9F9C-4421D6C394F1}" presName="node" presStyleLbl="node1" presStyleIdx="0" presStyleCnt="3">
        <dgm:presLayoutVars>
          <dgm:bulletEnabled val="1"/>
        </dgm:presLayoutVars>
      </dgm:prSet>
      <dgm:spPr/>
    </dgm:pt>
    <dgm:pt modelId="{46A8FC91-AE7B-CE44-95A3-7C8E430056E0}" type="pres">
      <dgm:prSet presAssocID="{04D59167-5CE7-4305-9FB5-BC963BB66FFE}" presName="sibTrans" presStyleCnt="0"/>
      <dgm:spPr/>
    </dgm:pt>
    <dgm:pt modelId="{5A1886F3-9301-714C-9F63-FFEB9EF8A6A4}" type="pres">
      <dgm:prSet presAssocID="{DF6BADF0-25BD-4FE2-97A8-AED4DB12F2D5}" presName="node" presStyleLbl="node1" presStyleIdx="1" presStyleCnt="3">
        <dgm:presLayoutVars>
          <dgm:bulletEnabled val="1"/>
        </dgm:presLayoutVars>
      </dgm:prSet>
      <dgm:spPr/>
    </dgm:pt>
    <dgm:pt modelId="{BA6656EB-CC71-E849-8D9B-0BE26D8444A0}" type="pres">
      <dgm:prSet presAssocID="{10B67F76-AAF9-46CF-98F7-C8E431F20B8E}" presName="sibTrans" presStyleCnt="0"/>
      <dgm:spPr/>
    </dgm:pt>
    <dgm:pt modelId="{7F75FEF6-32FA-6348-BAB7-8166EE336255}" type="pres">
      <dgm:prSet presAssocID="{42B06FF2-642D-40E5-922B-0F39CA84F81D}" presName="node" presStyleLbl="node1" presStyleIdx="2" presStyleCnt="3">
        <dgm:presLayoutVars>
          <dgm:bulletEnabled val="1"/>
        </dgm:presLayoutVars>
      </dgm:prSet>
      <dgm:spPr/>
    </dgm:pt>
  </dgm:ptLst>
  <dgm:cxnLst>
    <dgm:cxn modelId="{9A9AF504-EEA2-F34C-8ABB-44C0FB64EADC}" type="presOf" srcId="{42B06FF2-642D-40E5-922B-0F39CA84F81D}" destId="{7F75FEF6-32FA-6348-BAB7-8166EE336255}" srcOrd="0" destOrd="0" presId="urn:microsoft.com/office/officeart/2005/8/layout/default"/>
    <dgm:cxn modelId="{719B994E-6E3C-4994-A115-D285D5F57B71}" srcId="{6864A020-2BF3-421F-AD85-9749752FAA54}" destId="{72B38242-0BF5-474C-9F9C-4421D6C394F1}" srcOrd="0" destOrd="0" parTransId="{0B3509C0-9333-47F2-A571-C236BA926B53}" sibTransId="{04D59167-5CE7-4305-9FB5-BC963BB66FFE}"/>
    <dgm:cxn modelId="{F3092982-0D04-774E-A5F5-9A0C352E9065}" type="presOf" srcId="{72B38242-0BF5-474C-9F9C-4421D6C394F1}" destId="{4198D3D2-B0E8-A140-93E3-E7429CA48587}" srcOrd="0" destOrd="0" presId="urn:microsoft.com/office/officeart/2005/8/layout/default"/>
    <dgm:cxn modelId="{483E85A1-CF8E-4626-BC29-4B1FE7D0EB2F}" srcId="{6864A020-2BF3-421F-AD85-9749752FAA54}" destId="{42B06FF2-642D-40E5-922B-0F39CA84F81D}" srcOrd="2" destOrd="0" parTransId="{402BD602-337E-40E1-B99E-3EB5204EB5E9}" sibTransId="{4C6B0DF4-7260-439C-BD97-0255B6F4348E}"/>
    <dgm:cxn modelId="{D76545AC-7417-4904-B58B-7FE4BE51B0CD}" srcId="{6864A020-2BF3-421F-AD85-9749752FAA54}" destId="{DF6BADF0-25BD-4FE2-97A8-AED4DB12F2D5}" srcOrd="1" destOrd="0" parTransId="{CD3E8309-777D-4E43-8080-5F580E3D0F2E}" sibTransId="{10B67F76-AAF9-46CF-98F7-C8E431F20B8E}"/>
    <dgm:cxn modelId="{3361CCC6-556B-6C4C-B177-8B359BFE17FB}" type="presOf" srcId="{DF6BADF0-25BD-4FE2-97A8-AED4DB12F2D5}" destId="{5A1886F3-9301-714C-9F63-FFEB9EF8A6A4}" srcOrd="0" destOrd="0" presId="urn:microsoft.com/office/officeart/2005/8/layout/default"/>
    <dgm:cxn modelId="{9CA347F1-74AA-1841-ABB2-8E1E078BDFCD}" type="presOf" srcId="{6864A020-2BF3-421F-AD85-9749752FAA54}" destId="{2E4B759A-7772-8C4A-978A-077BDD271E7C}" srcOrd="0" destOrd="0" presId="urn:microsoft.com/office/officeart/2005/8/layout/default"/>
    <dgm:cxn modelId="{4BC59F4D-B780-8A4B-B2AD-2312C6C4CC69}" type="presParOf" srcId="{2E4B759A-7772-8C4A-978A-077BDD271E7C}" destId="{4198D3D2-B0E8-A140-93E3-E7429CA48587}" srcOrd="0" destOrd="0" presId="urn:microsoft.com/office/officeart/2005/8/layout/default"/>
    <dgm:cxn modelId="{D7E20105-7E83-114D-8577-336BA1EDB9E7}" type="presParOf" srcId="{2E4B759A-7772-8C4A-978A-077BDD271E7C}" destId="{46A8FC91-AE7B-CE44-95A3-7C8E430056E0}" srcOrd="1" destOrd="0" presId="urn:microsoft.com/office/officeart/2005/8/layout/default"/>
    <dgm:cxn modelId="{02128F8A-0B7A-7245-A2FE-EA78E412C6CE}" type="presParOf" srcId="{2E4B759A-7772-8C4A-978A-077BDD271E7C}" destId="{5A1886F3-9301-714C-9F63-FFEB9EF8A6A4}" srcOrd="2" destOrd="0" presId="urn:microsoft.com/office/officeart/2005/8/layout/default"/>
    <dgm:cxn modelId="{720FA960-229B-0B44-848D-7C3EE97D5FCF}" type="presParOf" srcId="{2E4B759A-7772-8C4A-978A-077BDD271E7C}" destId="{BA6656EB-CC71-E849-8D9B-0BE26D8444A0}" srcOrd="3" destOrd="0" presId="urn:microsoft.com/office/officeart/2005/8/layout/default"/>
    <dgm:cxn modelId="{17C97E0C-71F9-CD42-8834-7203A256BE80}" type="presParOf" srcId="{2E4B759A-7772-8C4A-978A-077BDD271E7C}" destId="{7F75FEF6-32FA-6348-BAB7-8166EE33625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10ECFE7-8251-4EEF-AFFA-03692880860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95BBA30-FB4B-437A-8229-08F49F217243}">
      <dgm:prSet/>
      <dgm:spPr/>
      <dgm:t>
        <a:bodyPr/>
        <a:lstStyle/>
        <a:p>
          <a:r>
            <a:rPr lang="en-US"/>
            <a:t>Search loops → safe reward exploitation</a:t>
          </a:r>
        </a:p>
      </dgm:t>
    </dgm:pt>
    <dgm:pt modelId="{57AA9CE1-128D-4785-AEA7-E0AA4D19E5A2}" type="parTrans" cxnId="{A9482EFA-EE61-4A37-A884-34F95A30FE13}">
      <dgm:prSet/>
      <dgm:spPr/>
      <dgm:t>
        <a:bodyPr/>
        <a:lstStyle/>
        <a:p>
          <a:endParaRPr lang="en-US"/>
        </a:p>
      </dgm:t>
    </dgm:pt>
    <dgm:pt modelId="{C15BC26A-0EA0-4899-AEDD-AF9AF6526895}" type="sibTrans" cxnId="{A9482EFA-EE61-4A37-A884-34F95A30FE13}">
      <dgm:prSet/>
      <dgm:spPr/>
      <dgm:t>
        <a:bodyPr/>
        <a:lstStyle/>
        <a:p>
          <a:endParaRPr lang="en-US"/>
        </a:p>
      </dgm:t>
    </dgm:pt>
    <dgm:pt modelId="{777AE269-0FB3-4CE3-9D6D-AD381867A70E}">
      <dgm:prSet/>
      <dgm:spPr/>
      <dgm:t>
        <a:bodyPr/>
        <a:lstStyle/>
        <a:p>
          <a:r>
            <a:rPr lang="en-US"/>
            <a:t>Wrong buy due to attribute confusion</a:t>
          </a:r>
        </a:p>
      </dgm:t>
    </dgm:pt>
    <dgm:pt modelId="{48B54EA3-483D-4943-862D-9F59DA35D97A}" type="parTrans" cxnId="{4AE91F58-79B4-4781-9488-81EA4A6A2075}">
      <dgm:prSet/>
      <dgm:spPr/>
      <dgm:t>
        <a:bodyPr/>
        <a:lstStyle/>
        <a:p>
          <a:endParaRPr lang="en-US"/>
        </a:p>
      </dgm:t>
    </dgm:pt>
    <dgm:pt modelId="{8D7D8B94-F6ED-4479-9A27-36D560B25351}" type="sibTrans" cxnId="{4AE91F58-79B4-4781-9488-81EA4A6A2075}">
      <dgm:prSet/>
      <dgm:spPr/>
      <dgm:t>
        <a:bodyPr/>
        <a:lstStyle/>
        <a:p>
          <a:endParaRPr lang="en-US"/>
        </a:p>
      </dgm:t>
    </dgm:pt>
    <dgm:pt modelId="{84F60727-9D2E-4818-802E-B0E89756571E}">
      <dgm:prSet/>
      <dgm:spPr/>
      <dgm:t>
        <a:bodyPr/>
        <a:lstStyle/>
        <a:p>
          <a:r>
            <a:rPr lang="en-US"/>
            <a:t>Unreachable target IDs in baseline dataset</a:t>
          </a:r>
        </a:p>
      </dgm:t>
    </dgm:pt>
    <dgm:pt modelId="{BB8792F7-D508-4EDF-9401-483269FF9256}" type="parTrans" cxnId="{44101407-915C-4F7C-9D8B-895522667316}">
      <dgm:prSet/>
      <dgm:spPr/>
      <dgm:t>
        <a:bodyPr/>
        <a:lstStyle/>
        <a:p>
          <a:endParaRPr lang="en-US"/>
        </a:p>
      </dgm:t>
    </dgm:pt>
    <dgm:pt modelId="{9548B507-405C-42AB-A3F7-5E595BFB9513}" type="sibTrans" cxnId="{44101407-915C-4F7C-9D8B-895522667316}">
      <dgm:prSet/>
      <dgm:spPr/>
      <dgm:t>
        <a:bodyPr/>
        <a:lstStyle/>
        <a:p>
          <a:endParaRPr lang="en-US"/>
        </a:p>
      </dgm:t>
    </dgm:pt>
    <dgm:pt modelId="{BE16F131-2E5F-6B4D-BCC0-B4CB7BA66D01}" type="pres">
      <dgm:prSet presAssocID="{D10ECFE7-8251-4EEF-AFFA-036928808608}" presName="linear" presStyleCnt="0">
        <dgm:presLayoutVars>
          <dgm:animLvl val="lvl"/>
          <dgm:resizeHandles val="exact"/>
        </dgm:presLayoutVars>
      </dgm:prSet>
      <dgm:spPr/>
    </dgm:pt>
    <dgm:pt modelId="{742CDB72-CA73-9445-92E4-527D9BF45C40}" type="pres">
      <dgm:prSet presAssocID="{595BBA30-FB4B-437A-8229-08F49F21724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12C0E83-6094-884E-92A7-F6C570124B3B}" type="pres">
      <dgm:prSet presAssocID="{C15BC26A-0EA0-4899-AEDD-AF9AF6526895}" presName="spacer" presStyleCnt="0"/>
      <dgm:spPr/>
    </dgm:pt>
    <dgm:pt modelId="{1F3D0BD9-B740-8E4D-A373-0A6D1F681C9C}" type="pres">
      <dgm:prSet presAssocID="{777AE269-0FB3-4CE3-9D6D-AD381867A70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429662-ACFA-DC4B-AEC5-8071E9873E9A}" type="pres">
      <dgm:prSet presAssocID="{8D7D8B94-F6ED-4479-9A27-36D560B25351}" presName="spacer" presStyleCnt="0"/>
      <dgm:spPr/>
    </dgm:pt>
    <dgm:pt modelId="{D7AB8823-2BE8-EC4C-BD75-84086300D708}" type="pres">
      <dgm:prSet presAssocID="{84F60727-9D2E-4818-802E-B0E89756571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4101407-915C-4F7C-9D8B-895522667316}" srcId="{D10ECFE7-8251-4EEF-AFFA-036928808608}" destId="{84F60727-9D2E-4818-802E-B0E89756571E}" srcOrd="2" destOrd="0" parTransId="{BB8792F7-D508-4EDF-9401-483269FF9256}" sibTransId="{9548B507-405C-42AB-A3F7-5E595BFB9513}"/>
    <dgm:cxn modelId="{981FD20E-DD9E-DB4A-A230-4D52C8151C09}" type="presOf" srcId="{D10ECFE7-8251-4EEF-AFFA-036928808608}" destId="{BE16F131-2E5F-6B4D-BCC0-B4CB7BA66D01}" srcOrd="0" destOrd="0" presId="urn:microsoft.com/office/officeart/2005/8/layout/vList2"/>
    <dgm:cxn modelId="{C443C816-F3AE-C444-95F7-D89D8F15E6F9}" type="presOf" srcId="{84F60727-9D2E-4818-802E-B0E89756571E}" destId="{D7AB8823-2BE8-EC4C-BD75-84086300D708}" srcOrd="0" destOrd="0" presId="urn:microsoft.com/office/officeart/2005/8/layout/vList2"/>
    <dgm:cxn modelId="{4AE91F58-79B4-4781-9488-81EA4A6A2075}" srcId="{D10ECFE7-8251-4EEF-AFFA-036928808608}" destId="{777AE269-0FB3-4CE3-9D6D-AD381867A70E}" srcOrd="1" destOrd="0" parTransId="{48B54EA3-483D-4943-862D-9F59DA35D97A}" sibTransId="{8D7D8B94-F6ED-4479-9A27-36D560B25351}"/>
    <dgm:cxn modelId="{54BD7890-27C8-7C48-B810-62E4D321F6BC}" type="presOf" srcId="{777AE269-0FB3-4CE3-9D6D-AD381867A70E}" destId="{1F3D0BD9-B740-8E4D-A373-0A6D1F681C9C}" srcOrd="0" destOrd="0" presId="urn:microsoft.com/office/officeart/2005/8/layout/vList2"/>
    <dgm:cxn modelId="{F172E3F5-1652-7340-A45D-53120556030C}" type="presOf" srcId="{595BBA30-FB4B-437A-8229-08F49F217243}" destId="{742CDB72-CA73-9445-92E4-527D9BF45C40}" srcOrd="0" destOrd="0" presId="urn:microsoft.com/office/officeart/2005/8/layout/vList2"/>
    <dgm:cxn modelId="{A9482EFA-EE61-4A37-A884-34F95A30FE13}" srcId="{D10ECFE7-8251-4EEF-AFFA-036928808608}" destId="{595BBA30-FB4B-437A-8229-08F49F217243}" srcOrd="0" destOrd="0" parTransId="{57AA9CE1-128D-4785-AEA7-E0AA4D19E5A2}" sibTransId="{C15BC26A-0EA0-4899-AEDD-AF9AF6526895}"/>
    <dgm:cxn modelId="{770FE1F1-7137-CD46-8B8E-468C602EF7E2}" type="presParOf" srcId="{BE16F131-2E5F-6B4D-BCC0-B4CB7BA66D01}" destId="{742CDB72-CA73-9445-92E4-527D9BF45C40}" srcOrd="0" destOrd="0" presId="urn:microsoft.com/office/officeart/2005/8/layout/vList2"/>
    <dgm:cxn modelId="{97B14FD8-8022-7A4D-B7FE-7B9A8F87138E}" type="presParOf" srcId="{BE16F131-2E5F-6B4D-BCC0-B4CB7BA66D01}" destId="{612C0E83-6094-884E-92A7-F6C570124B3B}" srcOrd="1" destOrd="0" presId="urn:microsoft.com/office/officeart/2005/8/layout/vList2"/>
    <dgm:cxn modelId="{29677999-E6F3-4646-B4F2-D34C796E8BD5}" type="presParOf" srcId="{BE16F131-2E5F-6B4D-BCC0-B4CB7BA66D01}" destId="{1F3D0BD9-B740-8E4D-A373-0A6D1F681C9C}" srcOrd="2" destOrd="0" presId="urn:microsoft.com/office/officeart/2005/8/layout/vList2"/>
    <dgm:cxn modelId="{4456456B-150B-F648-A63A-49CFF996E1D2}" type="presParOf" srcId="{BE16F131-2E5F-6B4D-BCC0-B4CB7BA66D01}" destId="{29429662-ACFA-DC4B-AEC5-8071E9873E9A}" srcOrd="3" destOrd="0" presId="urn:microsoft.com/office/officeart/2005/8/layout/vList2"/>
    <dgm:cxn modelId="{ED14A618-774E-AF41-ADAC-F5621EE07D9F}" type="presParOf" srcId="{BE16F131-2E5F-6B4D-BCC0-B4CB7BA66D01}" destId="{D7AB8823-2BE8-EC4C-BD75-84086300D7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BFC9BA6-1162-4C94-8F0D-313654FA032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3EC51D1-594F-49F2-BAA8-FD73429FC779}">
      <dgm:prSet/>
      <dgm:spPr/>
      <dgm:t>
        <a:bodyPr/>
        <a:lstStyle/>
        <a:p>
          <a:r>
            <a:rPr lang="en-US"/>
            <a:t>Large DOM (~1000+ elements)</a:t>
          </a:r>
        </a:p>
      </dgm:t>
    </dgm:pt>
    <dgm:pt modelId="{48CCBF27-A739-4425-AB32-950612D6ABCC}" type="parTrans" cxnId="{63D3DA8E-0EB2-45A8-8F69-581401F6C5EF}">
      <dgm:prSet/>
      <dgm:spPr/>
      <dgm:t>
        <a:bodyPr/>
        <a:lstStyle/>
        <a:p>
          <a:endParaRPr lang="en-US"/>
        </a:p>
      </dgm:t>
    </dgm:pt>
    <dgm:pt modelId="{A470E7A8-82CD-4C94-804A-A699E78E2578}" type="sibTrans" cxnId="{63D3DA8E-0EB2-45A8-8F69-581401F6C5EF}">
      <dgm:prSet/>
      <dgm:spPr/>
      <dgm:t>
        <a:bodyPr/>
        <a:lstStyle/>
        <a:p>
          <a:endParaRPr lang="en-US"/>
        </a:p>
      </dgm:t>
    </dgm:pt>
    <dgm:pt modelId="{878BCF43-D52B-48B6-B7A3-8826299E68E0}">
      <dgm:prSet/>
      <dgm:spPr/>
      <dgm:t>
        <a:bodyPr/>
        <a:lstStyle/>
        <a:p>
          <a:r>
            <a:rPr lang="en-US"/>
            <a:t>Structured browser actions required</a:t>
          </a:r>
        </a:p>
      </dgm:t>
    </dgm:pt>
    <dgm:pt modelId="{9452361B-69CD-49EB-961A-B0A32900ED53}" type="parTrans" cxnId="{D6AB505F-B074-4238-875E-1A4BD850EA59}">
      <dgm:prSet/>
      <dgm:spPr/>
      <dgm:t>
        <a:bodyPr/>
        <a:lstStyle/>
        <a:p>
          <a:endParaRPr lang="en-US"/>
        </a:p>
      </dgm:t>
    </dgm:pt>
    <dgm:pt modelId="{1A6A392E-6D82-4982-9AED-D0715AADA8EE}" type="sibTrans" cxnId="{D6AB505F-B074-4238-875E-1A4BD850EA59}">
      <dgm:prSet/>
      <dgm:spPr/>
      <dgm:t>
        <a:bodyPr/>
        <a:lstStyle/>
        <a:p>
          <a:endParaRPr lang="en-US"/>
        </a:p>
      </dgm:t>
    </dgm:pt>
    <dgm:pt modelId="{807AEBB3-9B02-43FD-B64A-6990937C7757}">
      <dgm:prSet/>
      <dgm:spPr/>
      <dgm:t>
        <a:bodyPr/>
        <a:lstStyle/>
        <a:p>
          <a:r>
            <a:rPr lang="en-US"/>
            <a:t>Sparse long-horizon rewards</a:t>
          </a:r>
        </a:p>
      </dgm:t>
    </dgm:pt>
    <dgm:pt modelId="{97A5E79F-142D-483E-A6AA-8B8517AB6920}" type="parTrans" cxnId="{3BEDE282-E722-46A7-9826-504BBC59F300}">
      <dgm:prSet/>
      <dgm:spPr/>
      <dgm:t>
        <a:bodyPr/>
        <a:lstStyle/>
        <a:p>
          <a:endParaRPr lang="en-US"/>
        </a:p>
      </dgm:t>
    </dgm:pt>
    <dgm:pt modelId="{C1C9034F-449B-4CB0-BEC4-AF597869AED8}" type="sibTrans" cxnId="{3BEDE282-E722-46A7-9826-504BBC59F300}">
      <dgm:prSet/>
      <dgm:spPr/>
      <dgm:t>
        <a:bodyPr/>
        <a:lstStyle/>
        <a:p>
          <a:endParaRPr lang="en-US"/>
        </a:p>
      </dgm:t>
    </dgm:pt>
    <dgm:pt modelId="{1DA7CA5E-AC88-4EF5-B18D-2225E7E42EC4}" type="pres">
      <dgm:prSet presAssocID="{CBFC9BA6-1162-4C94-8F0D-313654FA032A}" presName="root" presStyleCnt="0">
        <dgm:presLayoutVars>
          <dgm:dir/>
          <dgm:resizeHandles val="exact"/>
        </dgm:presLayoutVars>
      </dgm:prSet>
      <dgm:spPr/>
    </dgm:pt>
    <dgm:pt modelId="{61BCCCF8-7A94-4EF2-A2F9-D15706EC212B}" type="pres">
      <dgm:prSet presAssocID="{93EC51D1-594F-49F2-BAA8-FD73429FC779}" presName="compNode" presStyleCnt="0"/>
      <dgm:spPr/>
    </dgm:pt>
    <dgm:pt modelId="{44F6ECBD-182D-4C58-87AA-5ABD3156B72E}" type="pres">
      <dgm:prSet presAssocID="{93EC51D1-594F-49F2-BAA8-FD73429FC77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47BE05E-DF49-4F11-AD09-61C0F508B10B}" type="pres">
      <dgm:prSet presAssocID="{93EC51D1-594F-49F2-BAA8-FD73429FC779}" presName="spaceRect" presStyleCnt="0"/>
      <dgm:spPr/>
    </dgm:pt>
    <dgm:pt modelId="{2F3E46D2-3240-4A42-8678-26FD051FE77B}" type="pres">
      <dgm:prSet presAssocID="{93EC51D1-594F-49F2-BAA8-FD73429FC779}" presName="textRect" presStyleLbl="revTx" presStyleIdx="0" presStyleCnt="3">
        <dgm:presLayoutVars>
          <dgm:chMax val="1"/>
          <dgm:chPref val="1"/>
        </dgm:presLayoutVars>
      </dgm:prSet>
      <dgm:spPr/>
    </dgm:pt>
    <dgm:pt modelId="{4195555E-4A95-4273-A960-C7291A188069}" type="pres">
      <dgm:prSet presAssocID="{A470E7A8-82CD-4C94-804A-A699E78E2578}" presName="sibTrans" presStyleCnt="0"/>
      <dgm:spPr/>
    </dgm:pt>
    <dgm:pt modelId="{E437B03A-EC3C-45ED-A7CD-4FA0C4E0365E}" type="pres">
      <dgm:prSet presAssocID="{878BCF43-D52B-48B6-B7A3-8826299E68E0}" presName="compNode" presStyleCnt="0"/>
      <dgm:spPr/>
    </dgm:pt>
    <dgm:pt modelId="{D36BE846-17D9-413F-89A9-785A8B21D2C7}" type="pres">
      <dgm:prSet presAssocID="{878BCF43-D52B-48B6-B7A3-8826299E68E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239051D-F27E-4BFF-8709-B7F852B7C058}" type="pres">
      <dgm:prSet presAssocID="{878BCF43-D52B-48B6-B7A3-8826299E68E0}" presName="spaceRect" presStyleCnt="0"/>
      <dgm:spPr/>
    </dgm:pt>
    <dgm:pt modelId="{AC9C8D1F-6E14-489F-B4C4-77032A09A665}" type="pres">
      <dgm:prSet presAssocID="{878BCF43-D52B-48B6-B7A3-8826299E68E0}" presName="textRect" presStyleLbl="revTx" presStyleIdx="1" presStyleCnt="3">
        <dgm:presLayoutVars>
          <dgm:chMax val="1"/>
          <dgm:chPref val="1"/>
        </dgm:presLayoutVars>
      </dgm:prSet>
      <dgm:spPr/>
    </dgm:pt>
    <dgm:pt modelId="{66DEBA8F-02AD-4CDF-83D0-D8CB643B0E8E}" type="pres">
      <dgm:prSet presAssocID="{1A6A392E-6D82-4982-9AED-D0715AADA8EE}" presName="sibTrans" presStyleCnt="0"/>
      <dgm:spPr/>
    </dgm:pt>
    <dgm:pt modelId="{D0AA2B4E-47DC-48D2-8AE2-E8B53AB1632F}" type="pres">
      <dgm:prSet presAssocID="{807AEBB3-9B02-43FD-B64A-6990937C7757}" presName="compNode" presStyleCnt="0"/>
      <dgm:spPr/>
    </dgm:pt>
    <dgm:pt modelId="{98F3A5AE-2D40-421C-B87E-ED44F3408449}" type="pres">
      <dgm:prSet presAssocID="{807AEBB3-9B02-43FD-B64A-6990937C77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40AF4D83-5CF8-47D0-89CD-35D8D8F23976}" type="pres">
      <dgm:prSet presAssocID="{807AEBB3-9B02-43FD-B64A-6990937C7757}" presName="spaceRect" presStyleCnt="0"/>
      <dgm:spPr/>
    </dgm:pt>
    <dgm:pt modelId="{A01351A1-39C6-4312-8824-2B7D56B7533C}" type="pres">
      <dgm:prSet presAssocID="{807AEBB3-9B02-43FD-B64A-6990937C775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20B203-8BC3-4CB0-AE73-1D3C1FED948F}" type="presOf" srcId="{878BCF43-D52B-48B6-B7A3-8826299E68E0}" destId="{AC9C8D1F-6E14-489F-B4C4-77032A09A665}" srcOrd="0" destOrd="0" presId="urn:microsoft.com/office/officeart/2018/2/layout/IconLabelList"/>
    <dgm:cxn modelId="{86429D09-431E-42D1-8F3F-4243A764AFF5}" type="presOf" srcId="{CBFC9BA6-1162-4C94-8F0D-313654FA032A}" destId="{1DA7CA5E-AC88-4EF5-B18D-2225E7E42EC4}" srcOrd="0" destOrd="0" presId="urn:microsoft.com/office/officeart/2018/2/layout/IconLabelList"/>
    <dgm:cxn modelId="{D6AB505F-B074-4238-875E-1A4BD850EA59}" srcId="{CBFC9BA6-1162-4C94-8F0D-313654FA032A}" destId="{878BCF43-D52B-48B6-B7A3-8826299E68E0}" srcOrd="1" destOrd="0" parTransId="{9452361B-69CD-49EB-961A-B0A32900ED53}" sibTransId="{1A6A392E-6D82-4982-9AED-D0715AADA8EE}"/>
    <dgm:cxn modelId="{3BEDE282-E722-46A7-9826-504BBC59F300}" srcId="{CBFC9BA6-1162-4C94-8F0D-313654FA032A}" destId="{807AEBB3-9B02-43FD-B64A-6990937C7757}" srcOrd="2" destOrd="0" parTransId="{97A5E79F-142D-483E-A6AA-8B8517AB6920}" sibTransId="{C1C9034F-449B-4CB0-BEC4-AF597869AED8}"/>
    <dgm:cxn modelId="{63D3DA8E-0EB2-45A8-8F69-581401F6C5EF}" srcId="{CBFC9BA6-1162-4C94-8F0D-313654FA032A}" destId="{93EC51D1-594F-49F2-BAA8-FD73429FC779}" srcOrd="0" destOrd="0" parTransId="{48CCBF27-A739-4425-AB32-950612D6ABCC}" sibTransId="{A470E7A8-82CD-4C94-804A-A699E78E2578}"/>
    <dgm:cxn modelId="{14CDB9A0-FD93-4A73-B489-751F5C0AEAE7}" type="presOf" srcId="{807AEBB3-9B02-43FD-B64A-6990937C7757}" destId="{A01351A1-39C6-4312-8824-2B7D56B7533C}" srcOrd="0" destOrd="0" presId="urn:microsoft.com/office/officeart/2018/2/layout/IconLabelList"/>
    <dgm:cxn modelId="{8ECC7AB4-63E2-45D3-AC74-F14DC78AF929}" type="presOf" srcId="{93EC51D1-594F-49F2-BAA8-FD73429FC779}" destId="{2F3E46D2-3240-4A42-8678-26FD051FE77B}" srcOrd="0" destOrd="0" presId="urn:microsoft.com/office/officeart/2018/2/layout/IconLabelList"/>
    <dgm:cxn modelId="{F133971A-838B-4F63-98A4-3D48BA2E8957}" type="presParOf" srcId="{1DA7CA5E-AC88-4EF5-B18D-2225E7E42EC4}" destId="{61BCCCF8-7A94-4EF2-A2F9-D15706EC212B}" srcOrd="0" destOrd="0" presId="urn:microsoft.com/office/officeart/2018/2/layout/IconLabelList"/>
    <dgm:cxn modelId="{95AF2C7C-C564-462F-ABFF-15DAC5CC3B89}" type="presParOf" srcId="{61BCCCF8-7A94-4EF2-A2F9-D15706EC212B}" destId="{44F6ECBD-182D-4C58-87AA-5ABD3156B72E}" srcOrd="0" destOrd="0" presId="urn:microsoft.com/office/officeart/2018/2/layout/IconLabelList"/>
    <dgm:cxn modelId="{A2D48A06-E5CA-44AE-998D-6ABBC77E51D2}" type="presParOf" srcId="{61BCCCF8-7A94-4EF2-A2F9-D15706EC212B}" destId="{247BE05E-DF49-4F11-AD09-61C0F508B10B}" srcOrd="1" destOrd="0" presId="urn:microsoft.com/office/officeart/2018/2/layout/IconLabelList"/>
    <dgm:cxn modelId="{C6438E7E-BA1D-4EB6-B59B-E9782DCF5A22}" type="presParOf" srcId="{61BCCCF8-7A94-4EF2-A2F9-D15706EC212B}" destId="{2F3E46D2-3240-4A42-8678-26FD051FE77B}" srcOrd="2" destOrd="0" presId="urn:microsoft.com/office/officeart/2018/2/layout/IconLabelList"/>
    <dgm:cxn modelId="{A8998387-E61B-48D9-A51A-0C04DC4D6482}" type="presParOf" srcId="{1DA7CA5E-AC88-4EF5-B18D-2225E7E42EC4}" destId="{4195555E-4A95-4273-A960-C7291A188069}" srcOrd="1" destOrd="0" presId="urn:microsoft.com/office/officeart/2018/2/layout/IconLabelList"/>
    <dgm:cxn modelId="{91109BE6-033B-4F4F-92B3-627E0B315D35}" type="presParOf" srcId="{1DA7CA5E-AC88-4EF5-B18D-2225E7E42EC4}" destId="{E437B03A-EC3C-45ED-A7CD-4FA0C4E0365E}" srcOrd="2" destOrd="0" presId="urn:microsoft.com/office/officeart/2018/2/layout/IconLabelList"/>
    <dgm:cxn modelId="{4DA96BCE-CC85-437D-8733-4A0F7C283B3D}" type="presParOf" srcId="{E437B03A-EC3C-45ED-A7CD-4FA0C4E0365E}" destId="{D36BE846-17D9-413F-89A9-785A8B21D2C7}" srcOrd="0" destOrd="0" presId="urn:microsoft.com/office/officeart/2018/2/layout/IconLabelList"/>
    <dgm:cxn modelId="{39FE4A34-B72D-4FEE-BFFB-5FF13F3FDBC5}" type="presParOf" srcId="{E437B03A-EC3C-45ED-A7CD-4FA0C4E0365E}" destId="{D239051D-F27E-4BFF-8709-B7F852B7C058}" srcOrd="1" destOrd="0" presId="urn:microsoft.com/office/officeart/2018/2/layout/IconLabelList"/>
    <dgm:cxn modelId="{33996391-7765-4B6F-8809-895C70453EC7}" type="presParOf" srcId="{E437B03A-EC3C-45ED-A7CD-4FA0C4E0365E}" destId="{AC9C8D1F-6E14-489F-B4C4-77032A09A665}" srcOrd="2" destOrd="0" presId="urn:microsoft.com/office/officeart/2018/2/layout/IconLabelList"/>
    <dgm:cxn modelId="{0427F903-5968-476D-80E3-ED4C171FB50E}" type="presParOf" srcId="{1DA7CA5E-AC88-4EF5-B18D-2225E7E42EC4}" destId="{66DEBA8F-02AD-4CDF-83D0-D8CB643B0E8E}" srcOrd="3" destOrd="0" presId="urn:microsoft.com/office/officeart/2018/2/layout/IconLabelList"/>
    <dgm:cxn modelId="{4D18454E-4AFF-414B-AEAB-305C639BE7B1}" type="presParOf" srcId="{1DA7CA5E-AC88-4EF5-B18D-2225E7E42EC4}" destId="{D0AA2B4E-47DC-48D2-8AE2-E8B53AB1632F}" srcOrd="4" destOrd="0" presId="urn:microsoft.com/office/officeart/2018/2/layout/IconLabelList"/>
    <dgm:cxn modelId="{3B3C6918-5373-4039-9E7E-441B0DEB86A5}" type="presParOf" srcId="{D0AA2B4E-47DC-48D2-8AE2-E8B53AB1632F}" destId="{98F3A5AE-2D40-421C-B87E-ED44F3408449}" srcOrd="0" destOrd="0" presId="urn:microsoft.com/office/officeart/2018/2/layout/IconLabelList"/>
    <dgm:cxn modelId="{1C2C9822-956D-438F-B9BC-86740E752F11}" type="presParOf" srcId="{D0AA2B4E-47DC-48D2-8AE2-E8B53AB1632F}" destId="{40AF4D83-5CF8-47D0-89CD-35D8D8F23976}" srcOrd="1" destOrd="0" presId="urn:microsoft.com/office/officeart/2018/2/layout/IconLabelList"/>
    <dgm:cxn modelId="{EE91AA58-1ED4-4D1A-8F44-1532769163FB}" type="presParOf" srcId="{D0AA2B4E-47DC-48D2-8AE2-E8B53AB1632F}" destId="{A01351A1-39C6-4312-8824-2B7D56B753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54ED061-87E9-4774-997F-F5881019DE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CA37F5-75BE-43EC-BC59-5EE5F0D0664E}">
      <dgm:prSet/>
      <dgm:spPr/>
      <dgm:t>
        <a:bodyPr/>
        <a:lstStyle/>
        <a:p>
          <a:r>
            <a:rPr lang="en-US"/>
            <a:t>LSTM cannot encode full webpage state</a:t>
          </a:r>
        </a:p>
      </dgm:t>
    </dgm:pt>
    <dgm:pt modelId="{C0FCCE75-D086-401B-8411-C9DAC37D1F83}" type="parTrans" cxnId="{2D03811C-1536-4E3F-A298-30916F2F14AC}">
      <dgm:prSet/>
      <dgm:spPr/>
      <dgm:t>
        <a:bodyPr/>
        <a:lstStyle/>
        <a:p>
          <a:endParaRPr lang="en-US"/>
        </a:p>
      </dgm:t>
    </dgm:pt>
    <dgm:pt modelId="{13F08CD5-2262-46FF-B9F9-E4C5568F0ED8}" type="sibTrans" cxnId="{2D03811C-1536-4E3F-A298-30916F2F14AC}">
      <dgm:prSet/>
      <dgm:spPr/>
      <dgm:t>
        <a:bodyPr/>
        <a:lstStyle/>
        <a:p>
          <a:endParaRPr lang="en-US"/>
        </a:p>
      </dgm:t>
    </dgm:pt>
    <dgm:pt modelId="{74E4BAFD-08E3-4486-A063-46E3B4B920A0}">
      <dgm:prSet/>
      <dgm:spPr/>
      <dgm:t>
        <a:bodyPr/>
        <a:lstStyle/>
        <a:p>
          <a:r>
            <a:rPr lang="en-US"/>
            <a:t>Fixed action vocabulary cannot express UI interactions</a:t>
          </a:r>
        </a:p>
      </dgm:t>
    </dgm:pt>
    <dgm:pt modelId="{274753CB-64F0-4FB7-84A9-C989DDAC161B}" type="parTrans" cxnId="{FA44152D-AF6F-4345-85D3-C7D708340AF1}">
      <dgm:prSet/>
      <dgm:spPr/>
      <dgm:t>
        <a:bodyPr/>
        <a:lstStyle/>
        <a:p>
          <a:endParaRPr lang="en-US"/>
        </a:p>
      </dgm:t>
    </dgm:pt>
    <dgm:pt modelId="{4BB504C2-5CA3-41D4-94F3-214513DB6FB0}" type="sibTrans" cxnId="{FA44152D-AF6F-4345-85D3-C7D708340AF1}">
      <dgm:prSet/>
      <dgm:spPr/>
      <dgm:t>
        <a:bodyPr/>
        <a:lstStyle/>
        <a:p>
          <a:endParaRPr lang="en-US"/>
        </a:p>
      </dgm:t>
    </dgm:pt>
    <dgm:pt modelId="{89315327-5AE5-4635-9EB5-ED1803C770E0}">
      <dgm:prSet/>
      <dgm:spPr/>
      <dgm:t>
        <a:bodyPr/>
        <a:lstStyle/>
        <a:p>
          <a:r>
            <a:rPr lang="en-US"/>
            <a:t>Credit assignment breaks in 30+ step tasks</a:t>
          </a:r>
        </a:p>
      </dgm:t>
    </dgm:pt>
    <dgm:pt modelId="{8F073F33-7DB8-4426-9F60-741B3F46C97F}" type="parTrans" cxnId="{38C64A98-1625-40F7-9360-0CD4AF5A0EFE}">
      <dgm:prSet/>
      <dgm:spPr/>
      <dgm:t>
        <a:bodyPr/>
        <a:lstStyle/>
        <a:p>
          <a:endParaRPr lang="en-US"/>
        </a:p>
      </dgm:t>
    </dgm:pt>
    <dgm:pt modelId="{3544CD7E-9830-455A-9155-A9F344FA31F8}" type="sibTrans" cxnId="{38C64A98-1625-40F7-9360-0CD4AF5A0EFE}">
      <dgm:prSet/>
      <dgm:spPr/>
      <dgm:t>
        <a:bodyPr/>
        <a:lstStyle/>
        <a:p>
          <a:endParaRPr lang="en-US"/>
        </a:p>
      </dgm:t>
    </dgm:pt>
    <dgm:pt modelId="{907694F8-13CB-1B40-9BCD-3F0584CFFA96}" type="pres">
      <dgm:prSet presAssocID="{554ED061-87E9-4774-997F-F5881019DED7}" presName="vert0" presStyleCnt="0">
        <dgm:presLayoutVars>
          <dgm:dir/>
          <dgm:animOne val="branch"/>
          <dgm:animLvl val="lvl"/>
        </dgm:presLayoutVars>
      </dgm:prSet>
      <dgm:spPr/>
    </dgm:pt>
    <dgm:pt modelId="{F26D467F-29CE-094A-B447-5936C2AB9CA7}" type="pres">
      <dgm:prSet presAssocID="{4CCA37F5-75BE-43EC-BC59-5EE5F0D0664E}" presName="thickLine" presStyleLbl="alignNode1" presStyleIdx="0" presStyleCnt="3"/>
      <dgm:spPr/>
    </dgm:pt>
    <dgm:pt modelId="{32387D93-E38B-924E-8CE5-262BCFA7F762}" type="pres">
      <dgm:prSet presAssocID="{4CCA37F5-75BE-43EC-BC59-5EE5F0D0664E}" presName="horz1" presStyleCnt="0"/>
      <dgm:spPr/>
    </dgm:pt>
    <dgm:pt modelId="{D28DED5F-E823-D142-9D4F-99332AE27C88}" type="pres">
      <dgm:prSet presAssocID="{4CCA37F5-75BE-43EC-BC59-5EE5F0D0664E}" presName="tx1" presStyleLbl="revTx" presStyleIdx="0" presStyleCnt="3"/>
      <dgm:spPr/>
    </dgm:pt>
    <dgm:pt modelId="{19C59E75-7EB0-6F40-9C5B-6EC09BE111C3}" type="pres">
      <dgm:prSet presAssocID="{4CCA37F5-75BE-43EC-BC59-5EE5F0D0664E}" presName="vert1" presStyleCnt="0"/>
      <dgm:spPr/>
    </dgm:pt>
    <dgm:pt modelId="{B289BFEC-92B6-FE46-8DBD-48C7DA2B8AD1}" type="pres">
      <dgm:prSet presAssocID="{74E4BAFD-08E3-4486-A063-46E3B4B920A0}" presName="thickLine" presStyleLbl="alignNode1" presStyleIdx="1" presStyleCnt="3"/>
      <dgm:spPr/>
    </dgm:pt>
    <dgm:pt modelId="{28E132EA-22B9-184E-AB1E-21852C5DBCB2}" type="pres">
      <dgm:prSet presAssocID="{74E4BAFD-08E3-4486-A063-46E3B4B920A0}" presName="horz1" presStyleCnt="0"/>
      <dgm:spPr/>
    </dgm:pt>
    <dgm:pt modelId="{43E6AB50-7EFC-C44E-9090-7D62C250B94D}" type="pres">
      <dgm:prSet presAssocID="{74E4BAFD-08E3-4486-A063-46E3B4B920A0}" presName="tx1" presStyleLbl="revTx" presStyleIdx="1" presStyleCnt="3"/>
      <dgm:spPr/>
    </dgm:pt>
    <dgm:pt modelId="{A4D2D131-BAE5-CE4A-86DB-E72D9ECAF87E}" type="pres">
      <dgm:prSet presAssocID="{74E4BAFD-08E3-4486-A063-46E3B4B920A0}" presName="vert1" presStyleCnt="0"/>
      <dgm:spPr/>
    </dgm:pt>
    <dgm:pt modelId="{5EE3F07F-625F-214E-929C-60654F5B6C82}" type="pres">
      <dgm:prSet presAssocID="{89315327-5AE5-4635-9EB5-ED1803C770E0}" presName="thickLine" presStyleLbl="alignNode1" presStyleIdx="2" presStyleCnt="3"/>
      <dgm:spPr/>
    </dgm:pt>
    <dgm:pt modelId="{A9197DDF-427B-EB42-B580-7B65C0572223}" type="pres">
      <dgm:prSet presAssocID="{89315327-5AE5-4635-9EB5-ED1803C770E0}" presName="horz1" presStyleCnt="0"/>
      <dgm:spPr/>
    </dgm:pt>
    <dgm:pt modelId="{6C2755CA-5149-7F4F-915A-E64E78C73549}" type="pres">
      <dgm:prSet presAssocID="{89315327-5AE5-4635-9EB5-ED1803C770E0}" presName="tx1" presStyleLbl="revTx" presStyleIdx="2" presStyleCnt="3"/>
      <dgm:spPr/>
    </dgm:pt>
    <dgm:pt modelId="{EE0B1401-9416-934E-A980-4DFC42F7C840}" type="pres">
      <dgm:prSet presAssocID="{89315327-5AE5-4635-9EB5-ED1803C770E0}" presName="vert1" presStyleCnt="0"/>
      <dgm:spPr/>
    </dgm:pt>
  </dgm:ptLst>
  <dgm:cxnLst>
    <dgm:cxn modelId="{2D03811C-1536-4E3F-A298-30916F2F14AC}" srcId="{554ED061-87E9-4774-997F-F5881019DED7}" destId="{4CCA37F5-75BE-43EC-BC59-5EE5F0D0664E}" srcOrd="0" destOrd="0" parTransId="{C0FCCE75-D086-401B-8411-C9DAC37D1F83}" sibTransId="{13F08CD5-2262-46FF-B9F9-E4C5568F0ED8}"/>
    <dgm:cxn modelId="{5C192B1F-5BC2-6140-8567-B97CFF6AEE47}" type="presOf" srcId="{89315327-5AE5-4635-9EB5-ED1803C770E0}" destId="{6C2755CA-5149-7F4F-915A-E64E78C73549}" srcOrd="0" destOrd="0" presId="urn:microsoft.com/office/officeart/2008/layout/LinedList"/>
    <dgm:cxn modelId="{FA44152D-AF6F-4345-85D3-C7D708340AF1}" srcId="{554ED061-87E9-4774-997F-F5881019DED7}" destId="{74E4BAFD-08E3-4486-A063-46E3B4B920A0}" srcOrd="1" destOrd="0" parTransId="{274753CB-64F0-4FB7-84A9-C989DDAC161B}" sibTransId="{4BB504C2-5CA3-41D4-94F3-214513DB6FB0}"/>
    <dgm:cxn modelId="{A1386B97-8ED0-A64A-8DBD-7D1C52F63664}" type="presOf" srcId="{4CCA37F5-75BE-43EC-BC59-5EE5F0D0664E}" destId="{D28DED5F-E823-D142-9D4F-99332AE27C88}" srcOrd="0" destOrd="0" presId="urn:microsoft.com/office/officeart/2008/layout/LinedList"/>
    <dgm:cxn modelId="{38C64A98-1625-40F7-9360-0CD4AF5A0EFE}" srcId="{554ED061-87E9-4774-997F-F5881019DED7}" destId="{89315327-5AE5-4635-9EB5-ED1803C770E0}" srcOrd="2" destOrd="0" parTransId="{8F073F33-7DB8-4426-9F60-741B3F46C97F}" sibTransId="{3544CD7E-9830-455A-9155-A9F344FA31F8}"/>
    <dgm:cxn modelId="{0B23F4D1-483D-A046-99F1-EE5F62A26911}" type="presOf" srcId="{74E4BAFD-08E3-4486-A063-46E3B4B920A0}" destId="{43E6AB50-7EFC-C44E-9090-7D62C250B94D}" srcOrd="0" destOrd="0" presId="urn:microsoft.com/office/officeart/2008/layout/LinedList"/>
    <dgm:cxn modelId="{410636ED-9561-5F42-9E73-458BB23C1EED}" type="presOf" srcId="{554ED061-87E9-4774-997F-F5881019DED7}" destId="{907694F8-13CB-1B40-9BCD-3F0584CFFA96}" srcOrd="0" destOrd="0" presId="urn:microsoft.com/office/officeart/2008/layout/LinedList"/>
    <dgm:cxn modelId="{F3F05390-6151-E44A-AF08-12B5DFA6E848}" type="presParOf" srcId="{907694F8-13CB-1B40-9BCD-3F0584CFFA96}" destId="{F26D467F-29CE-094A-B447-5936C2AB9CA7}" srcOrd="0" destOrd="0" presId="urn:microsoft.com/office/officeart/2008/layout/LinedList"/>
    <dgm:cxn modelId="{563AC72F-4508-EF4A-8928-8E0882349951}" type="presParOf" srcId="{907694F8-13CB-1B40-9BCD-3F0584CFFA96}" destId="{32387D93-E38B-924E-8CE5-262BCFA7F762}" srcOrd="1" destOrd="0" presId="urn:microsoft.com/office/officeart/2008/layout/LinedList"/>
    <dgm:cxn modelId="{764EA34F-35CD-7C43-B46E-7344C05365CB}" type="presParOf" srcId="{32387D93-E38B-924E-8CE5-262BCFA7F762}" destId="{D28DED5F-E823-D142-9D4F-99332AE27C88}" srcOrd="0" destOrd="0" presId="urn:microsoft.com/office/officeart/2008/layout/LinedList"/>
    <dgm:cxn modelId="{35DEBED0-2B07-5E42-9D1E-EF55459001F6}" type="presParOf" srcId="{32387D93-E38B-924E-8CE5-262BCFA7F762}" destId="{19C59E75-7EB0-6F40-9C5B-6EC09BE111C3}" srcOrd="1" destOrd="0" presId="urn:microsoft.com/office/officeart/2008/layout/LinedList"/>
    <dgm:cxn modelId="{7F9D44BE-D0EB-1649-83ED-19FBD752A785}" type="presParOf" srcId="{907694F8-13CB-1B40-9BCD-3F0584CFFA96}" destId="{B289BFEC-92B6-FE46-8DBD-48C7DA2B8AD1}" srcOrd="2" destOrd="0" presId="urn:microsoft.com/office/officeart/2008/layout/LinedList"/>
    <dgm:cxn modelId="{B3E39D01-D2CE-434B-91FE-7895DF53925D}" type="presParOf" srcId="{907694F8-13CB-1B40-9BCD-3F0584CFFA96}" destId="{28E132EA-22B9-184E-AB1E-21852C5DBCB2}" srcOrd="3" destOrd="0" presId="urn:microsoft.com/office/officeart/2008/layout/LinedList"/>
    <dgm:cxn modelId="{8B24A0F5-D643-3F4D-B84F-A650807FE1CE}" type="presParOf" srcId="{28E132EA-22B9-184E-AB1E-21852C5DBCB2}" destId="{43E6AB50-7EFC-C44E-9090-7D62C250B94D}" srcOrd="0" destOrd="0" presId="urn:microsoft.com/office/officeart/2008/layout/LinedList"/>
    <dgm:cxn modelId="{0E682A5B-F56A-4646-9BC4-60E4D540492F}" type="presParOf" srcId="{28E132EA-22B9-184E-AB1E-21852C5DBCB2}" destId="{A4D2D131-BAE5-CE4A-86DB-E72D9ECAF87E}" srcOrd="1" destOrd="0" presId="urn:microsoft.com/office/officeart/2008/layout/LinedList"/>
    <dgm:cxn modelId="{0179BFBC-B1C0-B64A-8823-B3370799620C}" type="presParOf" srcId="{907694F8-13CB-1B40-9BCD-3F0584CFFA96}" destId="{5EE3F07F-625F-214E-929C-60654F5B6C82}" srcOrd="4" destOrd="0" presId="urn:microsoft.com/office/officeart/2008/layout/LinedList"/>
    <dgm:cxn modelId="{72545FED-566E-0C41-8C76-3B186EF00EEB}" type="presParOf" srcId="{907694F8-13CB-1B40-9BCD-3F0584CFFA96}" destId="{A9197DDF-427B-EB42-B580-7B65C0572223}" srcOrd="5" destOrd="0" presId="urn:microsoft.com/office/officeart/2008/layout/LinedList"/>
    <dgm:cxn modelId="{F967383A-1832-6945-BF2B-763D640D28EB}" type="presParOf" srcId="{A9197DDF-427B-EB42-B580-7B65C0572223}" destId="{6C2755CA-5149-7F4F-915A-E64E78C73549}" srcOrd="0" destOrd="0" presId="urn:microsoft.com/office/officeart/2008/layout/LinedList"/>
    <dgm:cxn modelId="{20D401B4-DA7C-064F-B6D3-6C282B02A3FE}" type="presParOf" srcId="{A9197DDF-427B-EB42-B580-7B65C0572223}" destId="{EE0B1401-9416-934E-A980-4DFC42F7C84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C810A64-3B72-47DE-AB2E-70A9497F14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01D91C-2E2C-4096-88D7-F33692FCB372}">
      <dgm:prSet/>
      <dgm:spPr/>
      <dgm:t>
        <a:bodyPr/>
        <a:lstStyle/>
        <a:p>
          <a:r>
            <a:rPr lang="en-US"/>
            <a:t>Task: Sort product list → choose cheapest</a:t>
          </a:r>
        </a:p>
      </dgm:t>
    </dgm:pt>
    <dgm:pt modelId="{6BF599C6-2950-4AFB-B3C8-2C97ED6FC93E}" type="parTrans" cxnId="{960A0C84-8B5C-44F7-BC7B-FE9A1B14B287}">
      <dgm:prSet/>
      <dgm:spPr/>
      <dgm:t>
        <a:bodyPr/>
        <a:lstStyle/>
        <a:p>
          <a:endParaRPr lang="en-US"/>
        </a:p>
      </dgm:t>
    </dgm:pt>
    <dgm:pt modelId="{D933A143-230B-44B6-B4CF-72EE29DCE028}" type="sibTrans" cxnId="{960A0C84-8B5C-44F7-BC7B-FE9A1B14B287}">
      <dgm:prSet/>
      <dgm:spPr/>
      <dgm:t>
        <a:bodyPr/>
        <a:lstStyle/>
        <a:p>
          <a:endParaRPr lang="en-US"/>
        </a:p>
      </dgm:t>
    </dgm:pt>
    <dgm:pt modelId="{ADAE9569-9FBB-4F6D-9319-3161327C50F6}">
      <dgm:prSet/>
      <dgm:spPr/>
      <dgm:t>
        <a:bodyPr/>
        <a:lstStyle/>
        <a:p>
          <a:r>
            <a:rPr lang="en-US"/>
            <a:t>Agent fails to perform multi-step UI navigation</a:t>
          </a:r>
        </a:p>
      </dgm:t>
    </dgm:pt>
    <dgm:pt modelId="{34CC81A9-5223-4EE0-9C59-57DC5C5B6F75}" type="parTrans" cxnId="{87200640-8AF5-42E8-95BB-A100A1E068A6}">
      <dgm:prSet/>
      <dgm:spPr/>
      <dgm:t>
        <a:bodyPr/>
        <a:lstStyle/>
        <a:p>
          <a:endParaRPr lang="en-US"/>
        </a:p>
      </dgm:t>
    </dgm:pt>
    <dgm:pt modelId="{8AAE6B21-2B73-4201-BEDD-F36238E158FA}" type="sibTrans" cxnId="{87200640-8AF5-42E8-95BB-A100A1E068A6}">
      <dgm:prSet/>
      <dgm:spPr/>
      <dgm:t>
        <a:bodyPr/>
        <a:lstStyle/>
        <a:p>
          <a:endParaRPr lang="en-US"/>
        </a:p>
      </dgm:t>
    </dgm:pt>
    <dgm:pt modelId="{436F765D-7929-4A96-8609-BC6E67725082}">
      <dgm:prSet/>
      <dgm:spPr/>
      <dgm:t>
        <a:bodyPr/>
        <a:lstStyle/>
        <a:p>
          <a:r>
            <a:rPr lang="en-US"/>
            <a:t>Breakdown: cannot translate plan into browser actions</a:t>
          </a:r>
        </a:p>
      </dgm:t>
    </dgm:pt>
    <dgm:pt modelId="{76AB031F-3A36-4971-9A3F-597E39C629DA}" type="parTrans" cxnId="{E37970DB-6025-4C1A-914F-BA23D73855B1}">
      <dgm:prSet/>
      <dgm:spPr/>
      <dgm:t>
        <a:bodyPr/>
        <a:lstStyle/>
        <a:p>
          <a:endParaRPr lang="en-US"/>
        </a:p>
      </dgm:t>
    </dgm:pt>
    <dgm:pt modelId="{F98A56E5-D9AF-49B2-898D-48306E082931}" type="sibTrans" cxnId="{E37970DB-6025-4C1A-914F-BA23D73855B1}">
      <dgm:prSet/>
      <dgm:spPr/>
      <dgm:t>
        <a:bodyPr/>
        <a:lstStyle/>
        <a:p>
          <a:endParaRPr lang="en-US"/>
        </a:p>
      </dgm:t>
    </dgm:pt>
    <dgm:pt modelId="{D6238D1D-4006-EA4A-8F5F-3640DB80A86C}" type="pres">
      <dgm:prSet presAssocID="{6C810A64-3B72-47DE-AB2E-70A9497F1491}" presName="linear" presStyleCnt="0">
        <dgm:presLayoutVars>
          <dgm:animLvl val="lvl"/>
          <dgm:resizeHandles val="exact"/>
        </dgm:presLayoutVars>
      </dgm:prSet>
      <dgm:spPr/>
    </dgm:pt>
    <dgm:pt modelId="{56BB55CD-8777-004D-A67D-0F92A8721291}" type="pres">
      <dgm:prSet presAssocID="{9D01D91C-2E2C-4096-88D7-F33692FCB3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F635CC-4E34-344A-8CE2-72E22165DD1E}" type="pres">
      <dgm:prSet presAssocID="{D933A143-230B-44B6-B4CF-72EE29DCE028}" presName="spacer" presStyleCnt="0"/>
      <dgm:spPr/>
    </dgm:pt>
    <dgm:pt modelId="{3E939646-E715-4C4B-9B4A-EF69FE52F00E}" type="pres">
      <dgm:prSet presAssocID="{ADAE9569-9FBB-4F6D-9319-3161327C50F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DB5D1F0-71E3-5E4A-BEFD-74AD7DD9F15C}" type="pres">
      <dgm:prSet presAssocID="{8AAE6B21-2B73-4201-BEDD-F36238E158FA}" presName="spacer" presStyleCnt="0"/>
      <dgm:spPr/>
    </dgm:pt>
    <dgm:pt modelId="{803F5D50-99C6-FC4D-94E0-4F1672DC551D}" type="pres">
      <dgm:prSet presAssocID="{436F765D-7929-4A96-8609-BC6E6772508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0E8D34-6C4A-014D-8A6C-3D077302858E}" type="presOf" srcId="{436F765D-7929-4A96-8609-BC6E67725082}" destId="{803F5D50-99C6-FC4D-94E0-4F1672DC551D}" srcOrd="0" destOrd="0" presId="urn:microsoft.com/office/officeart/2005/8/layout/vList2"/>
    <dgm:cxn modelId="{87200640-8AF5-42E8-95BB-A100A1E068A6}" srcId="{6C810A64-3B72-47DE-AB2E-70A9497F1491}" destId="{ADAE9569-9FBB-4F6D-9319-3161327C50F6}" srcOrd="1" destOrd="0" parTransId="{34CC81A9-5223-4EE0-9C59-57DC5C5B6F75}" sibTransId="{8AAE6B21-2B73-4201-BEDD-F36238E158FA}"/>
    <dgm:cxn modelId="{960A0C84-8B5C-44F7-BC7B-FE9A1B14B287}" srcId="{6C810A64-3B72-47DE-AB2E-70A9497F1491}" destId="{9D01D91C-2E2C-4096-88D7-F33692FCB372}" srcOrd="0" destOrd="0" parTransId="{6BF599C6-2950-4AFB-B3C8-2C97ED6FC93E}" sibTransId="{D933A143-230B-44B6-B4CF-72EE29DCE028}"/>
    <dgm:cxn modelId="{43A465C5-C4F2-EF46-8A50-8198E9C3F593}" type="presOf" srcId="{6C810A64-3B72-47DE-AB2E-70A9497F1491}" destId="{D6238D1D-4006-EA4A-8F5F-3640DB80A86C}" srcOrd="0" destOrd="0" presId="urn:microsoft.com/office/officeart/2005/8/layout/vList2"/>
    <dgm:cxn modelId="{98076FCA-2C20-C148-8717-F1DB7EAE645A}" type="presOf" srcId="{9D01D91C-2E2C-4096-88D7-F33692FCB372}" destId="{56BB55CD-8777-004D-A67D-0F92A8721291}" srcOrd="0" destOrd="0" presId="urn:microsoft.com/office/officeart/2005/8/layout/vList2"/>
    <dgm:cxn modelId="{28F971CA-C59A-5D48-A774-C10B9EE4398D}" type="presOf" srcId="{ADAE9569-9FBB-4F6D-9319-3161327C50F6}" destId="{3E939646-E715-4C4B-9B4A-EF69FE52F00E}" srcOrd="0" destOrd="0" presId="urn:microsoft.com/office/officeart/2005/8/layout/vList2"/>
    <dgm:cxn modelId="{E37970DB-6025-4C1A-914F-BA23D73855B1}" srcId="{6C810A64-3B72-47DE-AB2E-70A9497F1491}" destId="{436F765D-7929-4A96-8609-BC6E67725082}" srcOrd="2" destOrd="0" parTransId="{76AB031F-3A36-4971-9A3F-597E39C629DA}" sibTransId="{F98A56E5-D9AF-49B2-898D-48306E082931}"/>
    <dgm:cxn modelId="{4DBAA088-659C-4749-B57D-8756A158C1AB}" type="presParOf" srcId="{D6238D1D-4006-EA4A-8F5F-3640DB80A86C}" destId="{56BB55CD-8777-004D-A67D-0F92A8721291}" srcOrd="0" destOrd="0" presId="urn:microsoft.com/office/officeart/2005/8/layout/vList2"/>
    <dgm:cxn modelId="{A22B20D6-BC38-8B4B-B3E9-5088C2648DBE}" type="presParOf" srcId="{D6238D1D-4006-EA4A-8F5F-3640DB80A86C}" destId="{FBF635CC-4E34-344A-8CE2-72E22165DD1E}" srcOrd="1" destOrd="0" presId="urn:microsoft.com/office/officeart/2005/8/layout/vList2"/>
    <dgm:cxn modelId="{1BABE8A3-C65E-7A4A-B07A-4CF853158218}" type="presParOf" srcId="{D6238D1D-4006-EA4A-8F5F-3640DB80A86C}" destId="{3E939646-E715-4C4B-9B4A-EF69FE52F00E}" srcOrd="2" destOrd="0" presId="urn:microsoft.com/office/officeart/2005/8/layout/vList2"/>
    <dgm:cxn modelId="{A36D672F-B919-7E40-A826-B4A001242B45}" type="presParOf" srcId="{D6238D1D-4006-EA4A-8F5F-3640DB80A86C}" destId="{FDB5D1F0-71E3-5E4A-BEFD-74AD7DD9F15C}" srcOrd="3" destOrd="0" presId="urn:microsoft.com/office/officeart/2005/8/layout/vList2"/>
    <dgm:cxn modelId="{FB6BB9C0-9765-5045-930D-3C440F346E04}" type="presParOf" srcId="{D6238D1D-4006-EA4A-8F5F-3640DB80A86C}" destId="{803F5D50-99C6-FC4D-94E0-4F1672DC55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C5105-70DF-2245-AE4A-C3716D9344B4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C4456-EFE8-3142-815F-604888F3B0C8}">
      <dsp:nvSpPr>
        <dsp:cNvPr id="0" name=""/>
        <dsp:cNvSpPr/>
      </dsp:nvSpPr>
      <dsp:spPr>
        <a:xfrm>
          <a:off x="0" y="0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Jing Cao</a:t>
          </a:r>
        </a:p>
      </dsp:txBody>
      <dsp:txXfrm>
        <a:off x="0" y="0"/>
        <a:ext cx="3993357" cy="979884"/>
      </dsp:txXfrm>
    </dsp:sp>
    <dsp:sp modelId="{E0BC6529-DA5A-0D47-A455-F0D17BCD6E8D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C009F-FDAF-0546-A1AD-89C1454FE83B}">
      <dsp:nvSpPr>
        <dsp:cNvPr id="0" name=""/>
        <dsp:cNvSpPr/>
      </dsp:nvSpPr>
      <dsp:spPr>
        <a:xfrm>
          <a:off x="0" y="979884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Dhanashree Atul Nerkar</a:t>
          </a:r>
        </a:p>
      </dsp:txBody>
      <dsp:txXfrm>
        <a:off x="0" y="979884"/>
        <a:ext cx="3993357" cy="979884"/>
      </dsp:txXfrm>
    </dsp:sp>
    <dsp:sp modelId="{652F4AD5-18AF-D94E-BD53-E4E850F8D73D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82083-823F-1A42-BA35-B0694C9C239D}">
      <dsp:nvSpPr>
        <dsp:cNvPr id="0" name=""/>
        <dsp:cNvSpPr/>
      </dsp:nvSpPr>
      <dsp:spPr>
        <a:xfrm>
          <a:off x="0" y="1959768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Nai-Cih Syu</a:t>
          </a:r>
        </a:p>
      </dsp:txBody>
      <dsp:txXfrm>
        <a:off x="0" y="1959768"/>
        <a:ext cx="3993357" cy="979884"/>
      </dsp:txXfrm>
    </dsp:sp>
    <dsp:sp modelId="{93F91804-DD94-8F40-9EED-683BABE4D2DD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F9540-2DBE-8041-9E4C-6507B354F061}">
      <dsp:nvSpPr>
        <dsp:cNvPr id="0" name=""/>
        <dsp:cNvSpPr/>
      </dsp:nvSpPr>
      <dsp:spPr>
        <a:xfrm>
          <a:off x="0" y="2939653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Lakshminarayanan Ravi</a:t>
          </a:r>
        </a:p>
      </dsp:txBody>
      <dsp:txXfrm>
        <a:off x="0" y="2939653"/>
        <a:ext cx="3993357" cy="9798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A66C9-BE67-48EF-BF48-CACA78182180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EE8B2C-3D4D-425B-9BAE-92471D1CDAE2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1060A-3F30-4EEB-BDE5-E842BDA88DE3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RAGEN: Retriever + Generator + Policy Network</a:t>
          </a:r>
        </a:p>
      </dsp:txBody>
      <dsp:txXfrm>
        <a:off x="1844034" y="682"/>
        <a:ext cx="2839914" cy="1596566"/>
      </dsp:txXfrm>
    </dsp:sp>
    <dsp:sp modelId="{4848F653-D1FA-47D3-B559-4BA365FC130A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0F3A3-5E2F-4B4D-AC39-8708457F3C2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9E5FB-9B36-43A1-AE73-B030EE9FEAD1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A*PO: Advantage-weighted PPO</a:t>
          </a:r>
        </a:p>
      </dsp:txBody>
      <dsp:txXfrm>
        <a:off x="1844034" y="1996390"/>
        <a:ext cx="2839914" cy="1596566"/>
      </dsp:txXfrm>
    </dsp:sp>
    <dsp:sp modelId="{86139C43-8456-45D5-A462-47E1258EC7EC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F8DBD-4DBB-4CD6-817F-80EABBC8DDC2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8543F-21DD-4EAE-8CEA-4EF71C62EFF4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Model Size: ~847K parameters</a:t>
          </a:r>
        </a:p>
      </dsp:txBody>
      <dsp:txXfrm>
        <a:off x="1844034" y="3992098"/>
        <a:ext cx="2839914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1B947A-BDCD-4603-A9DE-468CD379BDA8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DE28AC-9B6D-4602-92EC-31FF500EAFF6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B1F6B-A42B-4FFF-B7BA-4A5BCD3E3321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WebShop: product catalog, structured search</a:t>
          </a:r>
        </a:p>
      </dsp:txBody>
      <dsp:txXfrm>
        <a:off x="1493203" y="552"/>
        <a:ext cx="6736396" cy="1292816"/>
      </dsp:txXfrm>
    </dsp:sp>
    <dsp:sp modelId="{D5C4CBD5-C1CB-49E6-BC5C-39B423B8C9D3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28618-2103-45AC-BE70-6D1D7352D93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FDB01-5DCB-41A9-B97C-366E514B4F43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WebArena: real browser DOM + complex UI planning</a:t>
          </a:r>
        </a:p>
      </dsp:txBody>
      <dsp:txXfrm>
        <a:off x="1493203" y="1616573"/>
        <a:ext cx="6736396" cy="1292816"/>
      </dsp:txXfrm>
    </dsp:sp>
    <dsp:sp modelId="{2BEE7BFA-A7CE-4789-A9E2-62FD6EFE6971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F5D20-3326-4859-8962-03CAB61CC7D2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9BB31-C042-4522-B66F-87D3C6D394C0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Zero-shot transfer tested</a:t>
          </a:r>
        </a:p>
      </dsp:txBody>
      <dsp:txXfrm>
        <a:off x="1493203" y="3232593"/>
        <a:ext cx="6736396" cy="12928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98D3D2-B0E8-A140-93E3-E7429CA48587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Deterministic environment</a:t>
          </a:r>
        </a:p>
      </dsp:txBody>
      <dsp:txXfrm>
        <a:off x="429570" y="472"/>
        <a:ext cx="3346456" cy="2007873"/>
      </dsp:txXfrm>
    </dsp:sp>
    <dsp:sp modelId="{5A1886F3-9301-714C-9F63-FFEB9EF8A6A4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Reward shaping helps stable learning</a:t>
          </a:r>
        </a:p>
      </dsp:txBody>
      <dsp:txXfrm>
        <a:off x="4110672" y="472"/>
        <a:ext cx="3346456" cy="2007873"/>
      </dsp:txXfrm>
    </dsp:sp>
    <dsp:sp modelId="{7F75FEF6-32FA-6348-BAB7-8166EE336255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Search vocabulary aligned with product attributes</a:t>
          </a:r>
        </a:p>
      </dsp:txBody>
      <dsp:txXfrm>
        <a:off x="2270121" y="2342991"/>
        <a:ext cx="3346456" cy="20078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CDB72-CA73-9445-92E4-527D9BF45C40}">
      <dsp:nvSpPr>
        <dsp:cNvPr id="0" name=""/>
        <dsp:cNvSpPr/>
      </dsp:nvSpPr>
      <dsp:spPr>
        <a:xfrm>
          <a:off x="0" y="854514"/>
          <a:ext cx="7886700" cy="8154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Search loops → safe reward exploitation</a:t>
          </a:r>
        </a:p>
      </dsp:txBody>
      <dsp:txXfrm>
        <a:off x="39809" y="894323"/>
        <a:ext cx="7807082" cy="735872"/>
      </dsp:txXfrm>
    </dsp:sp>
    <dsp:sp modelId="{1F3D0BD9-B740-8E4D-A373-0A6D1F681C9C}">
      <dsp:nvSpPr>
        <dsp:cNvPr id="0" name=""/>
        <dsp:cNvSpPr/>
      </dsp:nvSpPr>
      <dsp:spPr>
        <a:xfrm>
          <a:off x="0" y="1767924"/>
          <a:ext cx="7886700" cy="81549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Wrong buy due to attribute confusion</a:t>
          </a:r>
        </a:p>
      </dsp:txBody>
      <dsp:txXfrm>
        <a:off x="39809" y="1807733"/>
        <a:ext cx="7807082" cy="735872"/>
      </dsp:txXfrm>
    </dsp:sp>
    <dsp:sp modelId="{D7AB8823-2BE8-EC4C-BD75-84086300D708}">
      <dsp:nvSpPr>
        <dsp:cNvPr id="0" name=""/>
        <dsp:cNvSpPr/>
      </dsp:nvSpPr>
      <dsp:spPr>
        <a:xfrm>
          <a:off x="0" y="2681334"/>
          <a:ext cx="7886700" cy="81549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Unreachable target IDs in baseline dataset</a:t>
          </a:r>
        </a:p>
      </dsp:txBody>
      <dsp:txXfrm>
        <a:off x="39809" y="2721143"/>
        <a:ext cx="7807082" cy="7358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F6ECBD-182D-4C58-87AA-5ABD3156B72E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E46D2-3240-4A42-8678-26FD051FE77B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Large DOM (~1000+ elements)</a:t>
          </a:r>
        </a:p>
      </dsp:txBody>
      <dsp:txXfrm>
        <a:off x="78583" y="2435142"/>
        <a:ext cx="2399612" cy="720000"/>
      </dsp:txXfrm>
    </dsp:sp>
    <dsp:sp modelId="{D36BE846-17D9-413F-89A9-785A8B21D2C7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C8D1F-6E14-489F-B4C4-77032A09A665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Structured browser actions required</a:t>
          </a:r>
        </a:p>
      </dsp:txBody>
      <dsp:txXfrm>
        <a:off x="2898129" y="2435142"/>
        <a:ext cx="2399612" cy="720000"/>
      </dsp:txXfrm>
    </dsp:sp>
    <dsp:sp modelId="{98F3A5AE-2D40-421C-B87E-ED44F3408449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351A1-39C6-4312-8824-2B7D56B7533C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Sparse long-horizon rewards</a:t>
          </a:r>
        </a:p>
      </dsp:txBody>
      <dsp:txXfrm>
        <a:off x="5717674" y="2435142"/>
        <a:ext cx="239961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D467F-29CE-094A-B447-5936C2AB9CA7}">
      <dsp:nvSpPr>
        <dsp:cNvPr id="0" name=""/>
        <dsp:cNvSpPr/>
      </dsp:nvSpPr>
      <dsp:spPr>
        <a:xfrm>
          <a:off x="0" y="1913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DED5F-E823-D142-9D4F-99332AE27C88}">
      <dsp:nvSpPr>
        <dsp:cNvPr id="0" name=""/>
        <dsp:cNvSpPr/>
      </dsp:nvSpPr>
      <dsp:spPr>
        <a:xfrm>
          <a:off x="0" y="1913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LSTM cannot encode full webpage state</a:t>
          </a:r>
        </a:p>
      </dsp:txBody>
      <dsp:txXfrm>
        <a:off x="0" y="1913"/>
        <a:ext cx="3993357" cy="1305236"/>
      </dsp:txXfrm>
    </dsp:sp>
    <dsp:sp modelId="{B289BFEC-92B6-FE46-8DBD-48C7DA2B8AD1}">
      <dsp:nvSpPr>
        <dsp:cNvPr id="0" name=""/>
        <dsp:cNvSpPr/>
      </dsp:nvSpPr>
      <dsp:spPr>
        <a:xfrm>
          <a:off x="0" y="1307150"/>
          <a:ext cx="3993357" cy="0"/>
        </a:xfrm>
        <a:prstGeom prst="line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6AB50-7EFC-C44E-9090-7D62C250B94D}">
      <dsp:nvSpPr>
        <dsp:cNvPr id="0" name=""/>
        <dsp:cNvSpPr/>
      </dsp:nvSpPr>
      <dsp:spPr>
        <a:xfrm>
          <a:off x="0" y="1307150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Fixed action vocabulary cannot express UI interactions</a:t>
          </a:r>
        </a:p>
      </dsp:txBody>
      <dsp:txXfrm>
        <a:off x="0" y="1307150"/>
        <a:ext cx="3993357" cy="1305236"/>
      </dsp:txXfrm>
    </dsp:sp>
    <dsp:sp modelId="{5EE3F07F-625F-214E-929C-60654F5B6C82}">
      <dsp:nvSpPr>
        <dsp:cNvPr id="0" name=""/>
        <dsp:cNvSpPr/>
      </dsp:nvSpPr>
      <dsp:spPr>
        <a:xfrm>
          <a:off x="0" y="2612387"/>
          <a:ext cx="3993357" cy="0"/>
        </a:xfrm>
        <a:prstGeom prst="lin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755CA-5149-7F4F-915A-E64E78C73549}">
      <dsp:nvSpPr>
        <dsp:cNvPr id="0" name=""/>
        <dsp:cNvSpPr/>
      </dsp:nvSpPr>
      <dsp:spPr>
        <a:xfrm>
          <a:off x="0" y="2612387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Credit assignment breaks in 30+ step tasks</a:t>
          </a:r>
        </a:p>
      </dsp:txBody>
      <dsp:txXfrm>
        <a:off x="0" y="2612387"/>
        <a:ext cx="3993357" cy="130523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B55CD-8777-004D-A67D-0F92A8721291}">
      <dsp:nvSpPr>
        <dsp:cNvPr id="0" name=""/>
        <dsp:cNvSpPr/>
      </dsp:nvSpPr>
      <dsp:spPr>
        <a:xfrm>
          <a:off x="0" y="51766"/>
          <a:ext cx="7886700" cy="1350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Task: Sort product list → choose cheapest</a:t>
          </a:r>
        </a:p>
      </dsp:txBody>
      <dsp:txXfrm>
        <a:off x="65934" y="117700"/>
        <a:ext cx="7754832" cy="1218787"/>
      </dsp:txXfrm>
    </dsp:sp>
    <dsp:sp modelId="{3E939646-E715-4C4B-9B4A-EF69FE52F00E}">
      <dsp:nvSpPr>
        <dsp:cNvPr id="0" name=""/>
        <dsp:cNvSpPr/>
      </dsp:nvSpPr>
      <dsp:spPr>
        <a:xfrm>
          <a:off x="0" y="1500341"/>
          <a:ext cx="7886700" cy="1350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Agent fails to perform multi-step UI navigation</a:t>
          </a:r>
        </a:p>
      </dsp:txBody>
      <dsp:txXfrm>
        <a:off x="65934" y="1566275"/>
        <a:ext cx="7754832" cy="1218787"/>
      </dsp:txXfrm>
    </dsp:sp>
    <dsp:sp modelId="{803F5D50-99C6-FC4D-94E0-4F1672DC551D}">
      <dsp:nvSpPr>
        <dsp:cNvPr id="0" name=""/>
        <dsp:cNvSpPr/>
      </dsp:nvSpPr>
      <dsp:spPr>
        <a:xfrm>
          <a:off x="0" y="2948916"/>
          <a:ext cx="7886700" cy="1350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Breakdown: cannot translate plan into browser actions</a:t>
          </a:r>
        </a:p>
      </dsp:txBody>
      <dsp:txXfrm>
        <a:off x="65934" y="3014850"/>
        <a:ext cx="7754832" cy="1218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23D18-FDB1-8744-9277-B7035C58BE5D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5846F-5DDB-224D-9330-07B48018B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40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team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high-level pipeline before showing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professor we built a richer environment previously.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benchmark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two WebShop results exist and what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intentional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weaknesses in baseline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shift in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concept: expressiveness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Concrete example is required in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talking points for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7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4.jpe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cil and answer-sheet">
            <a:extLst>
              <a:ext uri="{FF2B5EF4-FFF2-40B4-BE49-F238E27FC236}">
                <a16:creationId xmlns:a16="http://schemas.microsoft.com/office/drawing/2014/main" id="{49D7BCAD-1EC7-F422-8B2A-9F1D859709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4353" r="-1" b="-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3063240"/>
          </a:xfrm>
        </p:spPr>
        <p:txBody>
          <a:bodyPr>
            <a:normAutofit/>
          </a:bodyPr>
          <a:lstStyle/>
          <a:p>
            <a:r>
              <a:rPr lang="en-US" sz="5300">
                <a:solidFill>
                  <a:schemeClr val="bg1"/>
                </a:solidFill>
              </a:rPr>
              <a:t>RAGEN + A*PO Evaluation on WebShop &amp; WebArena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Team 4Cores • INFO 7375 • Professor Suhabe Bugrara</a:t>
            </a:r>
          </a:p>
        </p:txBody>
      </p:sp>
      <p:sp>
        <p:nvSpPr>
          <p:cNvPr id="6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Team Members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BAFDC76-1483-4579-D99E-4C74F9F3F4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38" r="11904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341EA3E7-A6FA-75E4-8435-12DF58B7C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0600981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System Overview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F4126D6-DCD5-6973-756A-1B7BC5A923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97549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Our Extended WebShop Environment (Last Assignment)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/>
              <a:t>~497 items, 8 categories</a:t>
            </a:r>
          </a:p>
          <a:p>
            <a:r>
              <a:rPr lang="en-US"/>
              <a:t>search / click / buy actions</a:t>
            </a:r>
          </a:p>
          <a:p>
            <a:r>
              <a:rPr lang="en-US"/>
              <a:t>Shaped rewards: +1 correct buy, +0.1 helpful search, -0.05 irrelevant click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Official Benchmark Setup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87AAE76-4710-21D9-3693-AB6B52CF17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2743200"/>
            <a:ext cx="4032174" cy="3613149"/>
          </a:xfrm>
        </p:spPr>
        <p:txBody>
          <a:bodyPr anchor="ctr">
            <a:norm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WebShop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(Our Extended Version): 67% success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WebShop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(Official Benchmark): 51.2% success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WebArena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9.8% success</a:t>
            </a:r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9C4163A5-5728-68AC-56A6-A797EE33A5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99" r="2675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FE225E-FE55-F13F-1074-14FFB6DC0AE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217" r="1478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Why Extended WebShop Achieves 67%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07245A-E641-A074-02B0-C0D01AAC0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9116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66AAAB-B60B-D5A0-3A1D-FAF0B10EFC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7295" r="1770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WebShop Failure Patterns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D72CEC-AD12-7381-1091-C9B702517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90338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Generalization Challenge: WebArena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EE41981-C22C-9A93-9945-D70C2A4121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69569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Why RAGEN Fails on WebArena</a:t>
            </a:r>
          </a:p>
        </p:txBody>
      </p:sp>
      <p:pic>
        <p:nvPicPr>
          <p:cNvPr id="15" name="Picture 14" descr="A blurry blue and green background&#10;&#10;AI-generated content may be incorrect.">
            <a:extLst>
              <a:ext uri="{FF2B5EF4-FFF2-40B4-BE49-F238E27FC236}">
                <a16:creationId xmlns:a16="http://schemas.microsoft.com/office/drawing/2014/main" id="{474D2728-531B-6569-B767-DD5CB93F73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62" r="22081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0BFDE9E3-3466-BF37-F297-E2CD1091F2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076239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Failure Example (WebArena)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F3FBE4C-B6C8-C657-D710-6F4735D7D0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Implementation correct and replicates expected patterns</a:t>
            </a:r>
          </a:p>
          <a:p>
            <a:r>
              <a:t>Strong performance on structured WebShop tasks</a:t>
            </a:r>
          </a:p>
          <a:p>
            <a:r>
              <a:t>Large performance drop in real web environment</a:t>
            </a:r>
          </a:p>
          <a:p>
            <a:r>
              <a:t>Future: Transformer encoder + structured action space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BA4C6-BAFD-81A1-DEE4-68ED4E94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85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346</Words>
  <Application>Microsoft Macintosh PowerPoint</Application>
  <PresentationFormat>On-screen Show (4:3)</PresentationFormat>
  <Paragraphs>60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RAGEN + A*PO Evaluation on WebShop &amp; WebArena</vt:lpstr>
      <vt:lpstr>Team Members</vt:lpstr>
      <vt:lpstr>System Overview</vt:lpstr>
      <vt:lpstr>Our Extended WebShop Environment (Last Assignment)</vt:lpstr>
      <vt:lpstr>Official Benchmark Setup</vt:lpstr>
      <vt:lpstr>Performance Comparison</vt:lpstr>
      <vt:lpstr>Why Extended WebShop Achieves 67%</vt:lpstr>
      <vt:lpstr>WebShop Failure Patterns</vt:lpstr>
      <vt:lpstr>Generalization Challenge: WebArena</vt:lpstr>
      <vt:lpstr>Why RAGEN Fails on WebArena</vt:lpstr>
      <vt:lpstr>Failure Example (WebArena)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Jing Cao</cp:lastModifiedBy>
  <cp:revision>2</cp:revision>
  <dcterms:created xsi:type="dcterms:W3CDTF">2013-01-27T09:14:16Z</dcterms:created>
  <dcterms:modified xsi:type="dcterms:W3CDTF">2025-11-11T02:09:20Z</dcterms:modified>
  <cp:category/>
</cp:coreProperties>
</file>